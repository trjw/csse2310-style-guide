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327"/>
  </p:normalViewPr>
  <p:slideViewPr>
    <p:cSldViewPr snapToGrid="0">
      <p:cViewPr varScale="1">
        <p:scale>
          <a:sx n="123" d="100"/>
          <a:sy n="123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B577C-BE44-6414-09B8-4DDAA3A921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6266F9-059C-CCA8-378A-D1F85B6339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3B191D-842B-78D1-DFE8-05DD7A34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25B53-9CD0-35DD-33EF-593954C6C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D18D0-E3F6-DA36-A889-14F6ED6F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865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CB6F9-E13D-46DD-62D4-176171F5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71243-BE87-F168-2FF4-066B15ADB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860C2-ABA2-55EF-1868-0139D3627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EA384-5361-1B4F-B936-28883ECEF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2B0C4D-67BE-FD35-492A-BBA0D5D39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37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FDE45-AB0F-396E-5576-A05FFAB9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7C884-73CD-AC8F-C3D4-681E4B909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8BEFC-E013-3ECB-D533-2B1D7E67B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CE70B-3B54-9428-CA47-452393AB5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2F66C-4E40-9228-143B-48DEF591B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684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68C54-F0BC-DE09-660D-0F89C346C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48A6A-CC99-7816-15E7-F5626F4EE4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13817D-1C36-8ED2-2113-3ACC4F87FB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15060-0BA4-5BFA-6BCE-6229411E6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481DB-52F8-EC61-D505-A784CEFEB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D5778-22D1-47AD-A53A-7C3D74ADA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813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89F20-296B-9093-36C5-12A741031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F98B8-ED68-0383-9AB1-6DFA4B55C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F47E6E-D84D-2429-7513-5D489C83F3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1860B1-4AE2-2E1E-2BC6-5B6014A869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F9C296-638D-3903-1D6B-F0BDC4096F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D9F739-E490-FE9B-3D8C-4734C1818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4AC2BF-B2DB-D502-74CA-2989609F2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F5D68-EE14-6B64-733E-9A57DD11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97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0D214-4175-D1C6-5600-DF2DDD7E7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9A6F1E-F489-0CEF-F8ED-C5181E044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C66C64-19AC-ED09-4223-B24ACF25E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7D7846-4FD5-A591-2FCD-EE92AC32A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4080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08CD19-871B-D664-B05C-585E1A424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1B460A-C1B2-A6A2-D018-DA734D3FE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4082E-4A8E-9609-08F3-4119F591F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631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B9BC1-6B1A-92FD-5BE1-40C11CDB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8A3CC-75C9-5950-8652-3C569538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02398-6ED3-ACA0-4709-24779FA28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4044C-E2AE-7281-C9E0-7921A5C42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2AFE92-EB57-708F-F8BA-27A3C6F2D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3AA28A-7E66-3C10-CC4A-730A3326F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209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CBA54-371D-A305-494F-51493D0A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02472F-6A57-47FC-4F89-1494E88F0B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7CAD03-E326-EE13-2CAD-FB58CFDEA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36422A-96F4-6E9C-45E0-2D32AFBE3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2BF849-955C-6560-6516-B33B91397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28892-8F45-2C0D-E275-ECC9E7A4D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110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D60CC-AB88-A7AF-1763-3A816137D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C0C220-6521-D562-B13B-7CBBB2738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2CA4A-7E4B-3B6D-8851-F9397094E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BA951-5BF1-A78A-36F2-7B1244AEF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E34F5-7A74-92B0-95A0-FC79DE9CE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359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46C8B0-F34B-2572-8E09-81DE171685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EAEA8C-6019-58A1-2C6C-70E3D1330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C9CF5-C7E1-C293-E281-6774D5997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3F8C5-F63D-9953-19D7-0E81D700E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7FFFE-F706-1015-ABD0-8E2390136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311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389FC1-B0B5-7DB2-E6F5-F1F47C00F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DE8FA5-2D41-365D-C702-A472710039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4A536-88E7-FD6A-CE7D-9A8E7048E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02CF25-9EB9-E243-A90A-2E4AC24C6B3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1FE2C-1B86-F371-6A52-85E81E84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EE260-607A-0A17-0346-DFD10346B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3A04B1-E0DF-1F44-B9C6-487A737120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919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F94F29D-4FA2-675A-30E6-6D7215F462AE}"/>
              </a:ext>
            </a:extLst>
          </p:cNvPr>
          <p:cNvSpPr/>
          <p:nvPr/>
        </p:nvSpPr>
        <p:spPr>
          <a:xfrm>
            <a:off x="226031" y="687277"/>
            <a:ext cx="11650895" cy="232196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ilver dragon with wings and blue eyes&#10;&#10;Description automatically generated">
            <a:extLst>
              <a:ext uri="{FF2B5EF4-FFF2-40B4-BE49-F238E27FC236}">
                <a16:creationId xmlns:a16="http://schemas.microsoft.com/office/drawing/2014/main" id="{919862F5-5993-47AD-4E57-9A9846AD5F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43" y="517367"/>
            <a:ext cx="2661781" cy="26617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A5A2781-23EC-6A17-A59B-682DE01A0452}"/>
              </a:ext>
            </a:extLst>
          </p:cNvPr>
          <p:cNvSpPr txBox="1"/>
          <p:nvPr/>
        </p:nvSpPr>
        <p:spPr>
          <a:xfrm>
            <a:off x="3105048" y="1032649"/>
            <a:ext cx="883709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0" dirty="0">
                <a:solidFill>
                  <a:schemeClr val="bg1"/>
                </a:solidFill>
              </a:rPr>
              <a:t>CLANG-FORMAT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B48AD4-27C1-4F70-7E05-6C38DC7435FF}"/>
              </a:ext>
            </a:extLst>
          </p:cNvPr>
          <p:cNvSpPr/>
          <p:nvPr/>
        </p:nvSpPr>
        <p:spPr>
          <a:xfrm>
            <a:off x="226031" y="3554224"/>
            <a:ext cx="9575515" cy="2321960"/>
          </a:xfrm>
          <a:prstGeom prst="roundRect">
            <a:avLst/>
          </a:pr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ilver dragon with wings and blue eyes&#10;&#10;Description automatically generated">
            <a:extLst>
              <a:ext uri="{FF2B5EF4-FFF2-40B4-BE49-F238E27FC236}">
                <a16:creationId xmlns:a16="http://schemas.microsoft.com/office/drawing/2014/main" id="{DFDD7F85-15B7-BC06-D64E-418908A88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43" y="3384314"/>
            <a:ext cx="2661781" cy="26617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0077A2-F16F-8D09-F051-C48A3F799958}"/>
              </a:ext>
            </a:extLst>
          </p:cNvPr>
          <p:cNvSpPr txBox="1"/>
          <p:nvPr/>
        </p:nvSpPr>
        <p:spPr>
          <a:xfrm>
            <a:off x="3105048" y="3899596"/>
            <a:ext cx="651774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0" dirty="0">
                <a:solidFill>
                  <a:schemeClr val="bg1"/>
                </a:solidFill>
              </a:rPr>
              <a:t>CLANG-TIDY</a:t>
            </a:r>
          </a:p>
        </p:txBody>
      </p:sp>
    </p:spTree>
    <p:extLst>
      <p:ext uri="{BB962C8B-B14F-4D97-AF65-F5344CB8AC3E}">
        <p14:creationId xmlns:p14="http://schemas.microsoft.com/office/powerpoint/2010/main" val="841308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A5D5F-A6E7-A1FF-D469-F2101887A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230CE32-FD73-5FA7-0FCF-90FB1C393902}"/>
              </a:ext>
            </a:extLst>
          </p:cNvPr>
          <p:cNvSpPr/>
          <p:nvPr/>
        </p:nvSpPr>
        <p:spPr>
          <a:xfrm>
            <a:off x="226031" y="687277"/>
            <a:ext cx="11650895" cy="232196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ilver dragon with wings and blue eyes&#10;&#10;Description automatically generated">
            <a:extLst>
              <a:ext uri="{FF2B5EF4-FFF2-40B4-BE49-F238E27FC236}">
                <a16:creationId xmlns:a16="http://schemas.microsoft.com/office/drawing/2014/main" id="{37C9E9F5-D53B-81C7-FF25-0535FF390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43" y="517367"/>
            <a:ext cx="2661781" cy="26617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907E6E4-E9C3-2E97-1CD3-707A8E639137}"/>
              </a:ext>
            </a:extLst>
          </p:cNvPr>
          <p:cNvSpPr txBox="1"/>
          <p:nvPr/>
        </p:nvSpPr>
        <p:spPr>
          <a:xfrm>
            <a:off x="3105048" y="1032649"/>
            <a:ext cx="883709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0" dirty="0">
                <a:solidFill>
                  <a:schemeClr val="bg1"/>
                </a:solidFill>
              </a:rPr>
              <a:t>CLANG-FORMAT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DC0D32-03F2-5DE8-3BC2-5739B33FF861}"/>
              </a:ext>
            </a:extLst>
          </p:cNvPr>
          <p:cNvSpPr/>
          <p:nvPr/>
        </p:nvSpPr>
        <p:spPr>
          <a:xfrm>
            <a:off x="226031" y="3554224"/>
            <a:ext cx="9061807" cy="232196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71391B-6F91-DAA8-61E8-1A7A5A95B936}"/>
              </a:ext>
            </a:extLst>
          </p:cNvPr>
          <p:cNvSpPr txBox="1"/>
          <p:nvPr/>
        </p:nvSpPr>
        <p:spPr>
          <a:xfrm>
            <a:off x="426197" y="3899596"/>
            <a:ext cx="866147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0" dirty="0">
                <a:solidFill>
                  <a:schemeClr val="bg1"/>
                </a:solidFill>
              </a:rPr>
              <a:t>MANUAL CHECK</a:t>
            </a:r>
          </a:p>
        </p:txBody>
      </p:sp>
    </p:spTree>
    <p:extLst>
      <p:ext uri="{BB962C8B-B14F-4D97-AF65-F5344CB8AC3E}">
        <p14:creationId xmlns:p14="http://schemas.microsoft.com/office/powerpoint/2010/main" val="486584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02C91-1277-B82A-72A6-4298398C7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52F29DF-2A71-FBFB-D0DD-F37DDC4688A5}"/>
              </a:ext>
            </a:extLst>
          </p:cNvPr>
          <p:cNvSpPr/>
          <p:nvPr/>
        </p:nvSpPr>
        <p:spPr>
          <a:xfrm>
            <a:off x="226031" y="687277"/>
            <a:ext cx="11650895" cy="232196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ilver dragon with wings and blue eyes&#10;&#10;Description automatically generated">
            <a:extLst>
              <a:ext uri="{FF2B5EF4-FFF2-40B4-BE49-F238E27FC236}">
                <a16:creationId xmlns:a16="http://schemas.microsoft.com/office/drawing/2014/main" id="{F4F41324-B3D9-0677-BCA1-F594D4879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43" y="517367"/>
            <a:ext cx="2661781" cy="26617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DAB50E-78B7-ACCC-9E1C-1DCF8D965BE1}"/>
              </a:ext>
            </a:extLst>
          </p:cNvPr>
          <p:cNvSpPr txBox="1"/>
          <p:nvPr/>
        </p:nvSpPr>
        <p:spPr>
          <a:xfrm>
            <a:off x="3105048" y="1032649"/>
            <a:ext cx="883709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0" dirty="0">
                <a:solidFill>
                  <a:schemeClr val="bg1"/>
                </a:solidFill>
              </a:rPr>
              <a:t>CLANG-FORMAT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7D47FED-FC6A-01C2-4A6D-CC2DE4C3ADA7}"/>
              </a:ext>
            </a:extLst>
          </p:cNvPr>
          <p:cNvSpPr/>
          <p:nvPr/>
        </p:nvSpPr>
        <p:spPr>
          <a:xfrm>
            <a:off x="226031" y="3554224"/>
            <a:ext cx="7307377" cy="2321960"/>
          </a:xfrm>
          <a:prstGeom prst="roundRect">
            <a:avLst/>
          </a:pr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EB51060-DF6F-95C1-A360-C35540D2CC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8113" y="3726910"/>
            <a:ext cx="6703212" cy="197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412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Peter Sutton</dc:creator>
  <cp:lastModifiedBy>Peter Sutton</cp:lastModifiedBy>
  <cp:revision>3</cp:revision>
  <dcterms:created xsi:type="dcterms:W3CDTF">2024-02-15T00:42:22Z</dcterms:created>
  <dcterms:modified xsi:type="dcterms:W3CDTF">2026-02-09T10:17:33Z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2024-02-15T00:46:43Z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71d9d433-cc2b-4c9e-bd78-2f0111d312e3</vt:lpwstr>
  </property>
  <property fmtid="{D5CDD505-2E9C-101B-9397-08002B2CF9AE}" pid="8" name="MSIP_Label_0f488380-630a-4f55-a077-a19445e3f360_ContentBits">
    <vt:lpwstr>0</vt:lpwstr>
  </property>
</Properties>
</file>