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FF40FF"/>
    <a:srgbClr val="FE9200"/>
    <a:srgbClr val="EF9837"/>
    <a:srgbClr val="FC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02" d="100"/>
          <a:sy n="102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577C-BE44-6414-09B8-4DDAA3A92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6266F9-059C-CCA8-378A-D1F85B633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B191D-842B-78D1-DFE8-05DD7A34D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CF25-9EB9-E243-A90A-2E4AC24C6B3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25B53-9CD0-35DD-33EF-593954C6C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D18D0-E3F6-DA36-A889-14F6ED6F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04B1-E0DF-1F44-B9C6-487A73712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65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CB6F9-E13D-46DD-62D4-176171F54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71243-BE87-F168-2FF4-066B15ADB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860C2-ABA2-55EF-1868-0139D362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CF25-9EB9-E243-A90A-2E4AC24C6B3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EA384-5361-1B4F-B936-28883ECEF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B0C4D-67BE-FD35-492A-BBA0D5D3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04B1-E0DF-1F44-B9C6-487A73712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37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DE45-AB0F-396E-5576-A05FFAB9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7C884-73CD-AC8F-C3D4-681E4B909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8BEFC-E013-3ECB-D533-2B1D7E67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CF25-9EB9-E243-A90A-2E4AC24C6B3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CE70B-3B54-9428-CA47-452393AB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2F66C-4E40-9228-143B-48DEF591B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04B1-E0DF-1F44-B9C6-487A73712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8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68C54-F0BC-DE09-660D-0F89C346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48A6A-CC99-7816-15E7-F5626F4EE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3817D-1C36-8ED2-2113-3ACC4F87F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15060-0BA4-5BFA-6BCE-6229411E6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CF25-9EB9-E243-A90A-2E4AC24C6B3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481DB-52F8-EC61-D505-A784CEFEB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D5778-22D1-47AD-A53A-7C3D74AD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04B1-E0DF-1F44-B9C6-487A73712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13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89F20-296B-9093-36C5-12A741031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F98B8-ED68-0383-9AB1-6DFA4B55C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47E6E-D84D-2429-7513-5D489C83F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1860B1-4AE2-2E1E-2BC6-5B6014A86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F9C296-638D-3903-1D6B-F0BDC4096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D9F739-E490-FE9B-3D8C-4734C181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CF25-9EB9-E243-A90A-2E4AC24C6B3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4AC2BF-B2DB-D502-74CA-2989609F2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F5D68-EE14-6B64-733E-9A57DD11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04B1-E0DF-1F44-B9C6-487A73712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97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0D214-4175-D1C6-5600-DF2DDD7E7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A6F1E-F489-0CEF-F8ED-C5181E044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CF25-9EB9-E243-A90A-2E4AC24C6B3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66C64-19AC-ED09-4223-B24ACF25E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7D7846-4FD5-A591-2FCD-EE92AC32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04B1-E0DF-1F44-B9C6-487A73712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0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08CD19-871B-D664-B05C-585E1A424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CF25-9EB9-E243-A90A-2E4AC24C6B3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1B460A-C1B2-A6A2-D018-DA734D3FE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4082E-4A8E-9609-08F3-4119F591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04B1-E0DF-1F44-B9C6-487A73712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31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B9BC1-6B1A-92FD-5BE1-40C11CDBE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8A3CC-75C9-5950-8652-3C569538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02398-6ED3-ACA0-4709-24779FA28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4044C-E2AE-7281-C9E0-7921A5C42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CF25-9EB9-E243-A90A-2E4AC24C6B3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AFE92-EB57-708F-F8BA-27A3C6F2D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AA28A-7E66-3C10-CC4A-730A3326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04B1-E0DF-1F44-B9C6-487A73712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0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CBA54-371D-A305-494F-51493D0A0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2472F-6A57-47FC-4F89-1494E88F0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CAD03-E326-EE13-2CAD-FB58CFDEA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6422A-96F4-6E9C-45E0-2D32AFBE3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CF25-9EB9-E243-A90A-2E4AC24C6B3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BF849-955C-6560-6516-B33B9139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28892-8F45-2C0D-E275-ECC9E7A4D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04B1-E0DF-1F44-B9C6-487A73712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10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D60CC-AB88-A7AF-1763-3A816137D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C0C220-6521-D562-B13B-7CBBB2738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2CA4A-7E4B-3B6D-8851-F9397094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CF25-9EB9-E243-A90A-2E4AC24C6B3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BA951-5BF1-A78A-36F2-7B1244AE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E34F5-7A74-92B0-95A0-FC79DE9CE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04B1-E0DF-1F44-B9C6-487A73712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5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46C8B0-F34B-2572-8E09-81DE17168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AEA8C-6019-58A1-2C6C-70E3D1330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C9CF5-C7E1-C293-E281-6774D5997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CF25-9EB9-E243-A90A-2E4AC24C6B3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3F8C5-F63D-9953-19D7-0E81D700E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7FFFE-F706-1015-ABD0-8E2390136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04B1-E0DF-1F44-B9C6-487A73712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1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389FC1-B0B5-7DB2-E6F5-F1F47C00F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E8FA5-2D41-365D-C702-A47271003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4A536-88E7-FD6A-CE7D-9A8E7048E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2CF25-9EB9-E243-A90A-2E4AC24C6B3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1FE2C-1B86-F371-6A52-85E81E84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EE260-607A-0A17-0346-DFD10346B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A04B1-E0DF-1F44-B9C6-487A73712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19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94F29D-4FA2-675A-30E6-6D7215F462AE}"/>
              </a:ext>
            </a:extLst>
          </p:cNvPr>
          <p:cNvSpPr/>
          <p:nvPr/>
        </p:nvSpPr>
        <p:spPr>
          <a:xfrm>
            <a:off x="226031" y="687277"/>
            <a:ext cx="11650895" cy="232196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ilver dragon with wings and blue eyes&#10;&#10;Description automatically generated">
            <a:extLst>
              <a:ext uri="{FF2B5EF4-FFF2-40B4-BE49-F238E27FC236}">
                <a16:creationId xmlns:a16="http://schemas.microsoft.com/office/drawing/2014/main" id="{919862F5-5993-47AD-4E57-9A9846AD5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43" y="517367"/>
            <a:ext cx="2661781" cy="26617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5A2781-23EC-6A17-A59B-682DE01A0452}"/>
              </a:ext>
            </a:extLst>
          </p:cNvPr>
          <p:cNvSpPr txBox="1"/>
          <p:nvPr/>
        </p:nvSpPr>
        <p:spPr>
          <a:xfrm>
            <a:off x="3105048" y="1032649"/>
            <a:ext cx="883709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>
                <a:solidFill>
                  <a:schemeClr val="bg1"/>
                </a:solidFill>
              </a:rPr>
              <a:t>CLANG-FORMAT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B48AD4-27C1-4F70-7E05-6C38DC7435FF}"/>
              </a:ext>
            </a:extLst>
          </p:cNvPr>
          <p:cNvSpPr/>
          <p:nvPr/>
        </p:nvSpPr>
        <p:spPr>
          <a:xfrm>
            <a:off x="226031" y="3554224"/>
            <a:ext cx="9575515" cy="2321960"/>
          </a:xfrm>
          <a:prstGeom prst="round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ilver dragon with wings and blue eyes&#10;&#10;Description automatically generated">
            <a:extLst>
              <a:ext uri="{FF2B5EF4-FFF2-40B4-BE49-F238E27FC236}">
                <a16:creationId xmlns:a16="http://schemas.microsoft.com/office/drawing/2014/main" id="{DFDD7F85-15B7-BC06-D64E-418908A88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43" y="3384314"/>
            <a:ext cx="2661781" cy="26617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0077A2-F16F-8D09-F051-C48A3F799958}"/>
              </a:ext>
            </a:extLst>
          </p:cNvPr>
          <p:cNvSpPr txBox="1"/>
          <p:nvPr/>
        </p:nvSpPr>
        <p:spPr>
          <a:xfrm>
            <a:off x="3105048" y="3899596"/>
            <a:ext cx="651774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>
                <a:solidFill>
                  <a:schemeClr val="bg1"/>
                </a:solidFill>
              </a:rPr>
              <a:t>CLANG-TIDY</a:t>
            </a:r>
          </a:p>
        </p:txBody>
      </p:sp>
    </p:spTree>
    <p:extLst>
      <p:ext uri="{BB962C8B-B14F-4D97-AF65-F5344CB8AC3E}">
        <p14:creationId xmlns:p14="http://schemas.microsoft.com/office/powerpoint/2010/main" val="841308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A5D5F-A6E7-A1FF-D469-F2101887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230CE32-FD73-5FA7-0FCF-90FB1C393902}"/>
              </a:ext>
            </a:extLst>
          </p:cNvPr>
          <p:cNvSpPr/>
          <p:nvPr/>
        </p:nvSpPr>
        <p:spPr>
          <a:xfrm>
            <a:off x="226031" y="687277"/>
            <a:ext cx="11650895" cy="232196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ilver dragon with wings and blue eyes&#10;&#10;Description automatically generated">
            <a:extLst>
              <a:ext uri="{FF2B5EF4-FFF2-40B4-BE49-F238E27FC236}">
                <a16:creationId xmlns:a16="http://schemas.microsoft.com/office/drawing/2014/main" id="{37C9E9F5-D53B-81C7-FF25-0535FF390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43" y="517367"/>
            <a:ext cx="2661781" cy="26617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07E6E4-E9C3-2E97-1CD3-707A8E639137}"/>
              </a:ext>
            </a:extLst>
          </p:cNvPr>
          <p:cNvSpPr txBox="1"/>
          <p:nvPr/>
        </p:nvSpPr>
        <p:spPr>
          <a:xfrm>
            <a:off x="3105048" y="1032649"/>
            <a:ext cx="883709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>
                <a:solidFill>
                  <a:schemeClr val="bg1"/>
                </a:solidFill>
              </a:rPr>
              <a:t>CLANG-FORMAT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DC0D32-03F2-5DE8-3BC2-5739B33FF861}"/>
              </a:ext>
            </a:extLst>
          </p:cNvPr>
          <p:cNvSpPr/>
          <p:nvPr/>
        </p:nvSpPr>
        <p:spPr>
          <a:xfrm>
            <a:off x="226031" y="3554224"/>
            <a:ext cx="9061807" cy="232196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71391B-6F91-DAA8-61E8-1A7A5A95B936}"/>
              </a:ext>
            </a:extLst>
          </p:cNvPr>
          <p:cNvSpPr txBox="1"/>
          <p:nvPr/>
        </p:nvSpPr>
        <p:spPr>
          <a:xfrm>
            <a:off x="426197" y="3899596"/>
            <a:ext cx="866147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>
                <a:solidFill>
                  <a:schemeClr val="bg1"/>
                </a:solidFill>
              </a:rPr>
              <a:t>MANUAL CHECK</a:t>
            </a:r>
          </a:p>
        </p:txBody>
      </p:sp>
    </p:spTree>
    <p:extLst>
      <p:ext uri="{BB962C8B-B14F-4D97-AF65-F5344CB8AC3E}">
        <p14:creationId xmlns:p14="http://schemas.microsoft.com/office/powerpoint/2010/main" val="486584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02C91-1277-B82A-72A6-4298398C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2F29DF-2A71-FBFB-D0DD-F37DDC4688A5}"/>
              </a:ext>
            </a:extLst>
          </p:cNvPr>
          <p:cNvSpPr/>
          <p:nvPr/>
        </p:nvSpPr>
        <p:spPr>
          <a:xfrm>
            <a:off x="226031" y="687277"/>
            <a:ext cx="11650895" cy="232196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ilver dragon with wings and blue eyes&#10;&#10;Description automatically generated">
            <a:extLst>
              <a:ext uri="{FF2B5EF4-FFF2-40B4-BE49-F238E27FC236}">
                <a16:creationId xmlns:a16="http://schemas.microsoft.com/office/drawing/2014/main" id="{F4F41324-B3D9-0677-BCA1-F594D4879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43" y="517367"/>
            <a:ext cx="2661781" cy="26617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DAB50E-78B7-ACCC-9E1C-1DCF8D965BE1}"/>
              </a:ext>
            </a:extLst>
          </p:cNvPr>
          <p:cNvSpPr txBox="1"/>
          <p:nvPr/>
        </p:nvSpPr>
        <p:spPr>
          <a:xfrm>
            <a:off x="3105048" y="1032649"/>
            <a:ext cx="883709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>
                <a:solidFill>
                  <a:schemeClr val="bg1"/>
                </a:solidFill>
              </a:rPr>
              <a:t>CLANG-FORMAT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7D47FED-FC6A-01C2-4A6D-CC2DE4C3ADA7}"/>
              </a:ext>
            </a:extLst>
          </p:cNvPr>
          <p:cNvSpPr/>
          <p:nvPr/>
        </p:nvSpPr>
        <p:spPr>
          <a:xfrm>
            <a:off x="226031" y="3554224"/>
            <a:ext cx="7307377" cy="2321960"/>
          </a:xfrm>
          <a:prstGeom prst="round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aphic 2">
            <a:extLst>
              <a:ext uri="{FF2B5EF4-FFF2-40B4-BE49-F238E27FC236}">
                <a16:creationId xmlns:a16="http://schemas.microsoft.com/office/drawing/2014/main" id="{BD3756CB-CC94-C823-3286-3CBA8B61F84C}"/>
              </a:ext>
            </a:extLst>
          </p:cNvPr>
          <p:cNvGrpSpPr/>
          <p:nvPr/>
        </p:nvGrpSpPr>
        <p:grpSpPr>
          <a:xfrm>
            <a:off x="563849" y="3953538"/>
            <a:ext cx="6611020" cy="1580942"/>
            <a:chOff x="563849" y="3953538"/>
            <a:chExt cx="6611020" cy="1580942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C7220DC-0293-E4D7-5149-203925FFCEBE}"/>
                </a:ext>
              </a:extLst>
            </p:cNvPr>
            <p:cNvSpPr/>
            <p:nvPr/>
          </p:nvSpPr>
          <p:spPr>
            <a:xfrm>
              <a:off x="612196" y="4004563"/>
              <a:ext cx="6562673" cy="1529917"/>
            </a:xfrm>
            <a:custGeom>
              <a:avLst/>
              <a:gdLst>
                <a:gd name="csX0" fmla="*/ 627041 w 6562673"/>
                <a:gd name="csY0" fmla="*/ -2 h 1529917"/>
                <a:gd name="csX1" fmla="*/ 627041 w 6562673"/>
                <a:gd name="csY1" fmla="*/ 437608 h 1529917"/>
                <a:gd name="csX2" fmla="*/ 623767 w 6562673"/>
                <a:gd name="csY2" fmla="*/ 437608 h 1529917"/>
                <a:gd name="csX3" fmla="*/ 516006 w 6562673"/>
                <a:gd name="csY3" fmla="*/ 341590 h 1529917"/>
                <a:gd name="csX4" fmla="*/ 373880 w 6562673"/>
                <a:gd name="csY4" fmla="*/ 307969 h 1529917"/>
                <a:gd name="csX5" fmla="*/ 210605 w 6562673"/>
                <a:gd name="csY5" fmla="*/ 346698 h 1529917"/>
                <a:gd name="csX6" fmla="*/ 93028 w 6562673"/>
                <a:gd name="csY6" fmla="*/ 445948 h 1529917"/>
                <a:gd name="csX7" fmla="*/ 22909 w 6562673"/>
                <a:gd name="csY7" fmla="*/ 590781 h 1529917"/>
                <a:gd name="csX8" fmla="*/ -3 w 6562673"/>
                <a:gd name="csY8" fmla="*/ 759027 h 1529917"/>
                <a:gd name="csX9" fmla="*/ 22909 w 6562673"/>
                <a:gd name="csY9" fmla="*/ 933993 h 1529917"/>
                <a:gd name="csX10" fmla="*/ 93028 w 6562673"/>
                <a:gd name="csY10" fmla="*/ 1083806 h 1529917"/>
                <a:gd name="csX11" fmla="*/ 212242 w 6562673"/>
                <a:gd name="csY11" fmla="*/ 1186544 h 1529917"/>
                <a:gd name="csX12" fmla="*/ 378791 w 6562673"/>
                <a:gd name="csY12" fmla="*/ 1223531 h 1529917"/>
                <a:gd name="csX13" fmla="*/ 527460 w 6562673"/>
                <a:gd name="csY13" fmla="*/ 1193270 h 1529917"/>
                <a:gd name="csX14" fmla="*/ 635220 w 6562673"/>
                <a:gd name="csY14" fmla="*/ 1090526 h 1529917"/>
                <a:gd name="csX15" fmla="*/ 638495 w 6562673"/>
                <a:gd name="csY15" fmla="*/ 1090526 h 1529917"/>
                <a:gd name="csX16" fmla="*/ 638495 w 6562673"/>
                <a:gd name="csY16" fmla="*/ 1201610 h 1529917"/>
                <a:gd name="csX17" fmla="*/ 858921 w 6562673"/>
                <a:gd name="csY17" fmla="*/ 1201610 h 1529917"/>
                <a:gd name="csX18" fmla="*/ 858921 w 6562673"/>
                <a:gd name="csY18" fmla="*/ -28 h 1529917"/>
                <a:gd name="csX19" fmla="*/ 1456886 w 6562673"/>
                <a:gd name="csY19" fmla="*/ 307969 h 1529917"/>
                <a:gd name="csX20" fmla="*/ 1277246 w 6562673"/>
                <a:gd name="csY20" fmla="*/ 341590 h 1529917"/>
                <a:gd name="csX21" fmla="*/ 1140153 w 6562673"/>
                <a:gd name="csY21" fmla="*/ 434241 h 1529917"/>
                <a:gd name="csX22" fmla="*/ 1051909 w 6562673"/>
                <a:gd name="csY22" fmla="*/ 578947 h 1529917"/>
                <a:gd name="csX23" fmla="*/ 1020939 w 6562673"/>
                <a:gd name="csY23" fmla="*/ 767488 h 1529917"/>
                <a:gd name="csX24" fmla="*/ 1051909 w 6562673"/>
                <a:gd name="csY24" fmla="*/ 955908 h 1529917"/>
                <a:gd name="csX25" fmla="*/ 1140153 w 6562673"/>
                <a:gd name="csY25" fmla="*/ 1100613 h 1529917"/>
                <a:gd name="csX26" fmla="*/ 1277246 w 6562673"/>
                <a:gd name="csY26" fmla="*/ 1191523 h 1529917"/>
                <a:gd name="csX27" fmla="*/ 1456886 w 6562673"/>
                <a:gd name="csY27" fmla="*/ 1223531 h 1529917"/>
                <a:gd name="csX28" fmla="*/ 1636525 w 6562673"/>
                <a:gd name="csY28" fmla="*/ 1191523 h 1529917"/>
                <a:gd name="csX29" fmla="*/ 1775250 w 6562673"/>
                <a:gd name="csY29" fmla="*/ 1100613 h 1529917"/>
                <a:gd name="csX30" fmla="*/ 1863494 w 6562673"/>
                <a:gd name="csY30" fmla="*/ 955908 h 1529917"/>
                <a:gd name="csX31" fmla="*/ 1894464 w 6562673"/>
                <a:gd name="csY31" fmla="*/ 767488 h 1529917"/>
                <a:gd name="csX32" fmla="*/ 1863494 w 6562673"/>
                <a:gd name="csY32" fmla="*/ 578947 h 1529917"/>
                <a:gd name="csX33" fmla="*/ 1775250 w 6562673"/>
                <a:gd name="csY33" fmla="*/ 434241 h 1529917"/>
                <a:gd name="csX34" fmla="*/ 1636525 w 6562673"/>
                <a:gd name="csY34" fmla="*/ 341590 h 1529917"/>
                <a:gd name="csX35" fmla="*/ 1456886 w 6562673"/>
                <a:gd name="csY35" fmla="*/ 307969 h 1529917"/>
                <a:gd name="csX36" fmla="*/ 4145583 w 6562673"/>
                <a:gd name="csY36" fmla="*/ 307969 h 1529917"/>
                <a:gd name="csX37" fmla="*/ 3988857 w 6562673"/>
                <a:gd name="csY37" fmla="*/ 343337 h 1529917"/>
                <a:gd name="csX38" fmla="*/ 3876191 w 6562673"/>
                <a:gd name="csY38" fmla="*/ 439228 h 1529917"/>
                <a:gd name="csX39" fmla="*/ 3805949 w 6562673"/>
                <a:gd name="csY39" fmla="*/ 577212 h 1529917"/>
                <a:gd name="csX40" fmla="*/ 3783165 w 6562673"/>
                <a:gd name="csY40" fmla="*/ 738859 h 1529917"/>
                <a:gd name="csX41" fmla="*/ 3802675 w 6562673"/>
                <a:gd name="csY41" fmla="*/ 908846 h 1529917"/>
                <a:gd name="csX42" fmla="*/ 3868012 w 6562673"/>
                <a:gd name="csY42" fmla="*/ 1048450 h 1529917"/>
                <a:gd name="csX43" fmla="*/ 3980678 w 6562673"/>
                <a:gd name="csY43" fmla="*/ 1142721 h 1529917"/>
                <a:gd name="csX44" fmla="*/ 4143952 w 6562673"/>
                <a:gd name="csY44" fmla="*/ 1176469 h 1529917"/>
                <a:gd name="csX45" fmla="*/ 4289225 w 6562673"/>
                <a:gd name="csY45" fmla="*/ 1144462 h 1529917"/>
                <a:gd name="csX46" fmla="*/ 4396986 w 6562673"/>
                <a:gd name="csY46" fmla="*/ 1041723 h 1529917"/>
                <a:gd name="csX47" fmla="*/ 4400260 w 6562673"/>
                <a:gd name="csY47" fmla="*/ 1041723 h 1529917"/>
                <a:gd name="csX48" fmla="*/ 4400260 w 6562673"/>
                <a:gd name="csY48" fmla="*/ 1156168 h 1529917"/>
                <a:gd name="csX49" fmla="*/ 4356199 w 6562673"/>
                <a:gd name="csY49" fmla="*/ 1309341 h 1529917"/>
                <a:gd name="csX50" fmla="*/ 4214201 w 6562673"/>
                <a:gd name="csY50" fmla="*/ 1369990 h 1529917"/>
                <a:gd name="csX51" fmla="*/ 4104803 w 6562673"/>
                <a:gd name="csY51" fmla="*/ 1342968 h 1529917"/>
                <a:gd name="csX52" fmla="*/ 4041103 w 6562673"/>
                <a:gd name="csY52" fmla="*/ 1250438 h 1529917"/>
                <a:gd name="csX53" fmla="*/ 3810854 w 6562673"/>
                <a:gd name="csY53" fmla="*/ 1250438 h 1529917"/>
                <a:gd name="csX54" fmla="*/ 3850003 w 6562673"/>
                <a:gd name="csY54" fmla="*/ 1376717 h 1529917"/>
                <a:gd name="csX55" fmla="*/ 3938247 w 6562673"/>
                <a:gd name="csY55" fmla="*/ 1464139 h 1529917"/>
                <a:gd name="csX56" fmla="*/ 4055824 w 6562673"/>
                <a:gd name="csY56" fmla="*/ 1512955 h 1529917"/>
                <a:gd name="csX57" fmla="*/ 4183095 w 6562673"/>
                <a:gd name="csY57" fmla="*/ 1529890 h 1529917"/>
                <a:gd name="csX58" fmla="*/ 4414981 w 6562673"/>
                <a:gd name="csY58" fmla="*/ 1489421 h 1529917"/>
                <a:gd name="csX59" fmla="*/ 4547286 w 6562673"/>
                <a:gd name="csY59" fmla="*/ 1390170 h 1529917"/>
                <a:gd name="csX60" fmla="*/ 4606081 w 6562673"/>
                <a:gd name="csY60" fmla="*/ 1265633 h 1529917"/>
                <a:gd name="csX61" fmla="*/ 4620680 w 6562673"/>
                <a:gd name="csY61" fmla="*/ 1146081 h 1529917"/>
                <a:gd name="csX62" fmla="*/ 4620680 w 6562673"/>
                <a:gd name="csY62" fmla="*/ 331535 h 1529917"/>
                <a:gd name="csX63" fmla="*/ 4400254 w 6562673"/>
                <a:gd name="csY63" fmla="*/ 331535 h 1529917"/>
                <a:gd name="csX64" fmla="*/ 4400254 w 6562673"/>
                <a:gd name="csY64" fmla="*/ 447733 h 1529917"/>
                <a:gd name="csX65" fmla="*/ 4396979 w 6562673"/>
                <a:gd name="csY65" fmla="*/ 447733 h 1529917"/>
                <a:gd name="csX66" fmla="*/ 4290856 w 6562673"/>
                <a:gd name="csY66" fmla="*/ 340003 h 1529917"/>
                <a:gd name="csX67" fmla="*/ 4145583 w 6562673"/>
                <a:gd name="csY67" fmla="*/ 308001 h 1529917"/>
                <a:gd name="csX68" fmla="*/ 5210556 w 6562673"/>
                <a:gd name="csY68" fmla="*/ 307969 h 1529917"/>
                <a:gd name="csX69" fmla="*/ 5034191 w 6562673"/>
                <a:gd name="csY69" fmla="*/ 343337 h 1529917"/>
                <a:gd name="csX70" fmla="*/ 4898612 w 6562673"/>
                <a:gd name="csY70" fmla="*/ 440968 h 1529917"/>
                <a:gd name="csX71" fmla="*/ 4810490 w 6562673"/>
                <a:gd name="csY71" fmla="*/ 585674 h 1529917"/>
                <a:gd name="csX72" fmla="*/ 4779520 w 6562673"/>
                <a:gd name="csY72" fmla="*/ 767494 h 1529917"/>
                <a:gd name="csX73" fmla="*/ 4808853 w 6562673"/>
                <a:gd name="csY73" fmla="*/ 952547 h 1529917"/>
                <a:gd name="csX74" fmla="*/ 4895337 w 6562673"/>
                <a:gd name="csY74" fmla="*/ 1097253 h 1529917"/>
                <a:gd name="csX75" fmla="*/ 5030916 w 6562673"/>
                <a:gd name="csY75" fmla="*/ 1191523 h 1529917"/>
                <a:gd name="csX76" fmla="*/ 5210556 w 6562673"/>
                <a:gd name="csY76" fmla="*/ 1223525 h 1529917"/>
                <a:gd name="csX77" fmla="*/ 5455403 w 6562673"/>
                <a:gd name="csY77" fmla="*/ 1156155 h 1529917"/>
                <a:gd name="csX78" fmla="*/ 5605710 w 6562673"/>
                <a:gd name="csY78" fmla="*/ 932367 h 1529917"/>
                <a:gd name="csX79" fmla="*/ 5401520 w 6562673"/>
                <a:gd name="csY79" fmla="*/ 932367 h 1529917"/>
                <a:gd name="csX80" fmla="*/ 5339457 w 6562673"/>
                <a:gd name="csY80" fmla="*/ 1009824 h 1529917"/>
                <a:gd name="csX81" fmla="*/ 5218735 w 6562673"/>
                <a:gd name="csY81" fmla="*/ 1045071 h 1529917"/>
                <a:gd name="csX82" fmla="*/ 5068428 w 6562673"/>
                <a:gd name="csY82" fmla="*/ 992889 h 1529917"/>
                <a:gd name="csX83" fmla="*/ 5011277 w 6562673"/>
                <a:gd name="csY83" fmla="*/ 824643 h 1529917"/>
                <a:gd name="csX84" fmla="*/ 5620315 w 6562673"/>
                <a:gd name="csY84" fmla="*/ 824643 h 1529917"/>
                <a:gd name="csX85" fmla="*/ 5604079 w 6562673"/>
                <a:gd name="csY85" fmla="*/ 631116 h 1529917"/>
                <a:gd name="csX86" fmla="*/ 5528926 w 6562673"/>
                <a:gd name="csY86" fmla="*/ 466237 h 1529917"/>
                <a:gd name="csX87" fmla="*/ 5398252 w 6562673"/>
                <a:gd name="csY87" fmla="*/ 351792 h 1529917"/>
                <a:gd name="csX88" fmla="*/ 5210562 w 6562673"/>
                <a:gd name="csY88" fmla="*/ 307957 h 1529917"/>
                <a:gd name="csX89" fmla="*/ 6254001 w 6562673"/>
                <a:gd name="csY89" fmla="*/ 307969 h 1529917"/>
                <a:gd name="csX90" fmla="*/ 6110366 w 6562673"/>
                <a:gd name="csY90" fmla="*/ 343337 h 1529917"/>
                <a:gd name="csX91" fmla="*/ 5996063 w 6562673"/>
                <a:gd name="csY91" fmla="*/ 452675 h 1529917"/>
                <a:gd name="csX92" fmla="*/ 5991151 w 6562673"/>
                <a:gd name="csY92" fmla="*/ 452675 h 1529917"/>
                <a:gd name="csX93" fmla="*/ 5991151 w 6562673"/>
                <a:gd name="csY93" fmla="*/ 331503 h 1529917"/>
                <a:gd name="csX94" fmla="*/ 5770725 w 6562673"/>
                <a:gd name="csY94" fmla="*/ 331503 h 1529917"/>
                <a:gd name="csX95" fmla="*/ 5770725 w 6562673"/>
                <a:gd name="csY95" fmla="*/ 1201585 h 1529917"/>
                <a:gd name="csX96" fmla="*/ 6002611 w 6562673"/>
                <a:gd name="csY96" fmla="*/ 1201585 h 1529917"/>
                <a:gd name="csX97" fmla="*/ 6002611 w 6562673"/>
                <a:gd name="csY97" fmla="*/ 745548 h 1529917"/>
                <a:gd name="csX98" fmla="*/ 6045035 w 6562673"/>
                <a:gd name="csY98" fmla="*/ 555387 h 1529917"/>
                <a:gd name="csX99" fmla="*/ 6182251 w 6562673"/>
                <a:gd name="csY99" fmla="*/ 496485 h 1529917"/>
                <a:gd name="csX100" fmla="*/ 6298216 w 6562673"/>
                <a:gd name="csY100" fmla="*/ 550280 h 1529917"/>
                <a:gd name="csX101" fmla="*/ 6330766 w 6562673"/>
                <a:gd name="csY101" fmla="*/ 710180 h 1529917"/>
                <a:gd name="csX102" fmla="*/ 6330766 w 6562673"/>
                <a:gd name="csY102" fmla="*/ 1201585 h 1529917"/>
                <a:gd name="csX103" fmla="*/ 6562671 w 6562673"/>
                <a:gd name="csY103" fmla="*/ 1201585 h 1529917"/>
                <a:gd name="csX104" fmla="*/ 6562671 w 6562673"/>
                <a:gd name="csY104" fmla="*/ 666465 h 1529917"/>
                <a:gd name="csX105" fmla="*/ 6547976 w 6562673"/>
                <a:gd name="csY105" fmla="*/ 520013 h 1529917"/>
                <a:gd name="csX106" fmla="*/ 6500602 w 6562673"/>
                <a:gd name="csY106" fmla="*/ 407309 h 1529917"/>
                <a:gd name="csX107" fmla="*/ 6405919 w 6562673"/>
                <a:gd name="csY107" fmla="*/ 334832 h 1529917"/>
                <a:gd name="csX108" fmla="*/ 6254001 w 6562673"/>
                <a:gd name="csY108" fmla="*/ 307931 h 1529917"/>
                <a:gd name="csX109" fmla="*/ 1995979 w 6562673"/>
                <a:gd name="csY109" fmla="*/ 331503 h 1529917"/>
                <a:gd name="csX110" fmla="*/ 2273556 w 6562673"/>
                <a:gd name="csY110" fmla="*/ 743832 h 1529917"/>
                <a:gd name="csX111" fmla="*/ 1969791 w 6562673"/>
                <a:gd name="csY111" fmla="*/ 1201617 h 1529917"/>
                <a:gd name="csX112" fmla="*/ 2229496 w 6562673"/>
                <a:gd name="csY112" fmla="*/ 1201617 h 1529917"/>
                <a:gd name="csX113" fmla="*/ 2405861 w 6562673"/>
                <a:gd name="csY113" fmla="*/ 927272 h 1529917"/>
                <a:gd name="csX114" fmla="*/ 2582104 w 6562673"/>
                <a:gd name="csY114" fmla="*/ 1201617 h 1529917"/>
                <a:gd name="csX115" fmla="*/ 2846720 w 6562673"/>
                <a:gd name="csY115" fmla="*/ 1201617 h 1529917"/>
                <a:gd name="csX116" fmla="*/ 2534775 w 6562673"/>
                <a:gd name="csY116" fmla="*/ 738853 h 1529917"/>
                <a:gd name="csX117" fmla="*/ 2812353 w 6562673"/>
                <a:gd name="csY117" fmla="*/ 331503 h 1529917"/>
                <a:gd name="csX118" fmla="*/ 2556045 w 6562673"/>
                <a:gd name="csY118" fmla="*/ 331503 h 1529917"/>
                <a:gd name="csX119" fmla="*/ 2409135 w 6562673"/>
                <a:gd name="csY119" fmla="*/ 558779 h 1529917"/>
                <a:gd name="csX120" fmla="*/ 2260466 w 6562673"/>
                <a:gd name="csY120" fmla="*/ 331503 h 1529917"/>
                <a:gd name="csX121" fmla="*/ 2851605 w 6562673"/>
                <a:gd name="csY121" fmla="*/ 331503 h 1529917"/>
                <a:gd name="csX122" fmla="*/ 3147062 w 6562673"/>
                <a:gd name="csY122" fmla="*/ 1147834 h 1529917"/>
                <a:gd name="csX123" fmla="*/ 3156878 w 6562673"/>
                <a:gd name="csY123" fmla="*/ 1201636 h 1529917"/>
                <a:gd name="csX124" fmla="*/ 3134094 w 6562673"/>
                <a:gd name="csY124" fmla="*/ 1272372 h 1529917"/>
                <a:gd name="csX125" fmla="*/ 3067120 w 6562673"/>
                <a:gd name="csY125" fmla="*/ 1309360 h 1529917"/>
                <a:gd name="csX126" fmla="*/ 2998509 w 6562673"/>
                <a:gd name="csY126" fmla="*/ 1307740 h 1529917"/>
                <a:gd name="csX127" fmla="*/ 2931534 w 6562673"/>
                <a:gd name="csY127" fmla="*/ 1301014 h 1529917"/>
                <a:gd name="csX128" fmla="*/ 2931534 w 6562673"/>
                <a:gd name="csY128" fmla="*/ 1497901 h 1529917"/>
                <a:gd name="csX129" fmla="*/ 3001776 w 6562673"/>
                <a:gd name="csY129" fmla="*/ 1502881 h 1529917"/>
                <a:gd name="csX130" fmla="*/ 3073656 w 6562673"/>
                <a:gd name="csY130" fmla="*/ 1506247 h 1529917"/>
                <a:gd name="csX131" fmla="*/ 3259715 w 6562673"/>
                <a:gd name="csY131" fmla="*/ 1460792 h 1529917"/>
                <a:gd name="csX132" fmla="*/ 3364201 w 6562673"/>
                <a:gd name="csY132" fmla="*/ 1309360 h 1529917"/>
                <a:gd name="csX133" fmla="*/ 3716938 w 6562673"/>
                <a:gd name="csY133" fmla="*/ 331523 h 1529917"/>
                <a:gd name="csX134" fmla="*/ 3476873 w 6562673"/>
                <a:gd name="csY134" fmla="*/ 331523 h 1529917"/>
                <a:gd name="csX135" fmla="*/ 3292451 w 6562673"/>
                <a:gd name="csY135" fmla="*/ 927292 h 1529917"/>
                <a:gd name="csX136" fmla="*/ 3289177 w 6562673"/>
                <a:gd name="csY136" fmla="*/ 927292 h 1529917"/>
                <a:gd name="csX137" fmla="*/ 3098084 w 6562673"/>
                <a:gd name="csY137" fmla="*/ 331523 h 1529917"/>
                <a:gd name="csX138" fmla="*/ 435871 w 6562673"/>
                <a:gd name="csY138" fmla="*/ 488043 h 1529917"/>
                <a:gd name="csX139" fmla="*/ 530663 w 6562673"/>
                <a:gd name="csY139" fmla="*/ 511583 h 1529917"/>
                <a:gd name="csX140" fmla="*/ 590960 w 6562673"/>
                <a:gd name="csY140" fmla="*/ 573846 h 1529917"/>
                <a:gd name="csX141" fmla="*/ 625327 w 6562673"/>
                <a:gd name="csY141" fmla="*/ 661390 h 1529917"/>
                <a:gd name="csX142" fmla="*/ 635149 w 6562673"/>
                <a:gd name="csY142" fmla="*/ 764128 h 1529917"/>
                <a:gd name="csX143" fmla="*/ 625327 w 6562673"/>
                <a:gd name="csY143" fmla="*/ 868364 h 1529917"/>
                <a:gd name="csX144" fmla="*/ 592597 w 6562673"/>
                <a:gd name="csY144" fmla="*/ 959274 h 1529917"/>
                <a:gd name="csX145" fmla="*/ 530663 w 6562673"/>
                <a:gd name="csY145" fmla="*/ 1021543 h 1529917"/>
                <a:gd name="csX146" fmla="*/ 435871 w 6562673"/>
                <a:gd name="csY146" fmla="*/ 1045077 h 1529917"/>
                <a:gd name="csX147" fmla="*/ 342838 w 6562673"/>
                <a:gd name="csY147" fmla="*/ 1021543 h 1529917"/>
                <a:gd name="csX148" fmla="*/ 279139 w 6562673"/>
                <a:gd name="csY148" fmla="*/ 957655 h 1529917"/>
                <a:gd name="csX149" fmla="*/ 243261 w 6562673"/>
                <a:gd name="csY149" fmla="*/ 866744 h 1529917"/>
                <a:gd name="csX150" fmla="*/ 231806 w 6562673"/>
                <a:gd name="csY150" fmla="*/ 765747 h 1529917"/>
                <a:gd name="csX151" fmla="*/ 241625 w 6562673"/>
                <a:gd name="csY151" fmla="*/ 663130 h 1529917"/>
                <a:gd name="csX152" fmla="*/ 275866 w 6562673"/>
                <a:gd name="csY152" fmla="*/ 573840 h 1529917"/>
                <a:gd name="csX153" fmla="*/ 339565 w 6562673"/>
                <a:gd name="csY153" fmla="*/ 511571 h 1529917"/>
                <a:gd name="csX154" fmla="*/ 435864 w 6562673"/>
                <a:gd name="csY154" fmla="*/ 488037 h 1529917"/>
                <a:gd name="csX155" fmla="*/ 1456821 w 6562673"/>
                <a:gd name="csY155" fmla="*/ 488043 h 1529917"/>
                <a:gd name="csX156" fmla="*/ 1554759 w 6562673"/>
                <a:gd name="csY156" fmla="*/ 513324 h 1529917"/>
                <a:gd name="csX157" fmla="*/ 1618459 w 6562673"/>
                <a:gd name="csY157" fmla="*/ 575593 h 1529917"/>
                <a:gd name="csX158" fmla="*/ 1652697 w 6562673"/>
                <a:gd name="csY158" fmla="*/ 664756 h 1529917"/>
                <a:gd name="csX159" fmla="*/ 1662520 w 6562673"/>
                <a:gd name="csY159" fmla="*/ 767494 h 1529917"/>
                <a:gd name="csX160" fmla="*/ 1652697 w 6562673"/>
                <a:gd name="csY160" fmla="*/ 870111 h 1529917"/>
                <a:gd name="csX161" fmla="*/ 1618459 w 6562673"/>
                <a:gd name="csY161" fmla="*/ 959274 h 1529917"/>
                <a:gd name="csX162" fmla="*/ 1554759 w 6562673"/>
                <a:gd name="csY162" fmla="*/ 1021537 h 1529917"/>
                <a:gd name="csX163" fmla="*/ 1456821 w 6562673"/>
                <a:gd name="csY163" fmla="*/ 1045077 h 1529917"/>
                <a:gd name="csX164" fmla="*/ 1358884 w 6562673"/>
                <a:gd name="csY164" fmla="*/ 1021537 h 1529917"/>
                <a:gd name="csX165" fmla="*/ 1295184 w 6562673"/>
                <a:gd name="csY165" fmla="*/ 959274 h 1529917"/>
                <a:gd name="csX166" fmla="*/ 1262454 w 6562673"/>
                <a:gd name="csY166" fmla="*/ 870111 h 1529917"/>
                <a:gd name="csX167" fmla="*/ 1252638 w 6562673"/>
                <a:gd name="csY167" fmla="*/ 767494 h 1529917"/>
                <a:gd name="csX168" fmla="*/ 1262454 w 6562673"/>
                <a:gd name="csY168" fmla="*/ 664756 h 1529917"/>
                <a:gd name="csX169" fmla="*/ 1295184 w 6562673"/>
                <a:gd name="csY169" fmla="*/ 575593 h 1529917"/>
                <a:gd name="csX170" fmla="*/ 1358884 w 6562673"/>
                <a:gd name="csY170" fmla="*/ 513324 h 1529917"/>
                <a:gd name="csX171" fmla="*/ 1456821 w 6562673"/>
                <a:gd name="csY171" fmla="*/ 488043 h 1529917"/>
                <a:gd name="csX172" fmla="*/ 4202689 w 6562673"/>
                <a:gd name="csY172" fmla="*/ 488043 h 1529917"/>
                <a:gd name="csX173" fmla="*/ 4297359 w 6562673"/>
                <a:gd name="csY173" fmla="*/ 509964 h 1529917"/>
                <a:gd name="csX174" fmla="*/ 4357785 w 6562673"/>
                <a:gd name="csY174" fmla="*/ 568866 h 1529917"/>
                <a:gd name="csX175" fmla="*/ 4390515 w 6562673"/>
                <a:gd name="csY175" fmla="*/ 654669 h 1529917"/>
                <a:gd name="csX176" fmla="*/ 4400208 w 6562673"/>
                <a:gd name="csY176" fmla="*/ 755666 h 1529917"/>
                <a:gd name="csX177" fmla="*/ 4387240 w 6562673"/>
                <a:gd name="csY177" fmla="*/ 846577 h 1529917"/>
                <a:gd name="csX178" fmla="*/ 4351236 w 6562673"/>
                <a:gd name="csY178" fmla="*/ 922293 h 1529917"/>
                <a:gd name="csX179" fmla="*/ 4289174 w 6562673"/>
                <a:gd name="csY179" fmla="*/ 976094 h 1529917"/>
                <a:gd name="csX180" fmla="*/ 4202696 w 6562673"/>
                <a:gd name="csY180" fmla="*/ 996390 h 1529917"/>
                <a:gd name="csX181" fmla="*/ 4112937 w 6562673"/>
                <a:gd name="csY181" fmla="*/ 972728 h 1529917"/>
                <a:gd name="csX182" fmla="*/ 4054142 w 6562673"/>
                <a:gd name="csY182" fmla="*/ 912206 h 1529917"/>
                <a:gd name="csX183" fmla="*/ 4023049 w 6562673"/>
                <a:gd name="csY183" fmla="*/ 829763 h 1529917"/>
                <a:gd name="csX184" fmla="*/ 4014870 w 6562673"/>
                <a:gd name="csY184" fmla="*/ 735493 h 1529917"/>
                <a:gd name="csX185" fmla="*/ 4024687 w 6562673"/>
                <a:gd name="csY185" fmla="*/ 642963 h 1529917"/>
                <a:gd name="csX186" fmla="*/ 4059053 w 6562673"/>
                <a:gd name="csY186" fmla="*/ 563759 h 1529917"/>
                <a:gd name="csX187" fmla="*/ 4117842 w 6562673"/>
                <a:gd name="csY187" fmla="*/ 508217 h 1529917"/>
                <a:gd name="csX188" fmla="*/ 4202689 w 6562673"/>
                <a:gd name="csY188" fmla="*/ 488043 h 1529917"/>
                <a:gd name="csX189" fmla="*/ 5203982 w 6562673"/>
                <a:gd name="csY189" fmla="*/ 488043 h 1529917"/>
                <a:gd name="csX190" fmla="*/ 5329744 w 6562673"/>
                <a:gd name="csY190" fmla="*/ 535245 h 1529917"/>
                <a:gd name="csX191" fmla="*/ 5388533 w 6562673"/>
                <a:gd name="csY191" fmla="*/ 673230 h 1529917"/>
                <a:gd name="csX192" fmla="*/ 5011251 w 6562673"/>
                <a:gd name="csY192" fmla="*/ 673230 h 1529917"/>
                <a:gd name="csX193" fmla="*/ 5021074 w 6562673"/>
                <a:gd name="csY193" fmla="*/ 615941 h 1529917"/>
                <a:gd name="csX194" fmla="*/ 5052167 w 6562673"/>
                <a:gd name="csY194" fmla="*/ 555419 h 1529917"/>
                <a:gd name="csX195" fmla="*/ 5110955 w 6562673"/>
                <a:gd name="csY195" fmla="*/ 508223 h 1529917"/>
                <a:gd name="csX196" fmla="*/ 5203988 w 6562673"/>
                <a:gd name="csY196" fmla="*/ 488049 h 1529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</a:cxnLst>
              <a:rect l="l" t="t" r="r" b="b"/>
              <a:pathLst>
                <a:path w="6562673" h="1529917">
                  <a:moveTo>
                    <a:pt x="627041" y="-2"/>
                  </a:moveTo>
                  <a:lnTo>
                    <a:pt x="627041" y="437608"/>
                  </a:lnTo>
                  <a:lnTo>
                    <a:pt x="623767" y="437608"/>
                  </a:lnTo>
                  <a:cubicBezTo>
                    <a:pt x="597644" y="394971"/>
                    <a:pt x="561730" y="362912"/>
                    <a:pt x="516006" y="341590"/>
                  </a:cubicBezTo>
                  <a:cubicBezTo>
                    <a:pt x="471378" y="319153"/>
                    <a:pt x="423953" y="307969"/>
                    <a:pt x="373880" y="307969"/>
                  </a:cubicBezTo>
                  <a:cubicBezTo>
                    <a:pt x="311832" y="307969"/>
                    <a:pt x="257412" y="320894"/>
                    <a:pt x="210605" y="346698"/>
                  </a:cubicBezTo>
                  <a:cubicBezTo>
                    <a:pt x="163798" y="371379"/>
                    <a:pt x="124598" y="404433"/>
                    <a:pt x="93028" y="445948"/>
                  </a:cubicBezTo>
                  <a:cubicBezTo>
                    <a:pt x="62549" y="487463"/>
                    <a:pt x="39238" y="535800"/>
                    <a:pt x="22909" y="590781"/>
                  </a:cubicBezTo>
                  <a:cubicBezTo>
                    <a:pt x="7669" y="644633"/>
                    <a:pt x="-3" y="700679"/>
                    <a:pt x="-3" y="759027"/>
                  </a:cubicBezTo>
                  <a:cubicBezTo>
                    <a:pt x="-3" y="819612"/>
                    <a:pt x="7669" y="877896"/>
                    <a:pt x="22909" y="933993"/>
                  </a:cubicBezTo>
                  <a:cubicBezTo>
                    <a:pt x="39237" y="990090"/>
                    <a:pt x="62548" y="1040047"/>
                    <a:pt x="93028" y="1083806"/>
                  </a:cubicBezTo>
                  <a:cubicBezTo>
                    <a:pt x="124597" y="1126443"/>
                    <a:pt x="164347" y="1160740"/>
                    <a:pt x="212242" y="1186544"/>
                  </a:cubicBezTo>
                  <a:cubicBezTo>
                    <a:pt x="260139" y="1211226"/>
                    <a:pt x="315652" y="1223531"/>
                    <a:pt x="378791" y="1223531"/>
                  </a:cubicBezTo>
                  <a:cubicBezTo>
                    <a:pt x="434304" y="1223531"/>
                    <a:pt x="483921" y="1213463"/>
                    <a:pt x="527460" y="1193270"/>
                  </a:cubicBezTo>
                  <a:cubicBezTo>
                    <a:pt x="572094" y="1171949"/>
                    <a:pt x="608008" y="1137652"/>
                    <a:pt x="635220" y="1090526"/>
                  </a:cubicBezTo>
                  <a:lnTo>
                    <a:pt x="638495" y="1090526"/>
                  </a:lnTo>
                  <a:lnTo>
                    <a:pt x="638495" y="1201610"/>
                  </a:lnTo>
                  <a:lnTo>
                    <a:pt x="858921" y="1201610"/>
                  </a:lnTo>
                  <a:lnTo>
                    <a:pt x="858921" y="-28"/>
                  </a:lnTo>
                  <a:close/>
                  <a:moveTo>
                    <a:pt x="1456886" y="307969"/>
                  </a:moveTo>
                  <a:cubicBezTo>
                    <a:pt x="1390485" y="307969"/>
                    <a:pt x="1330582" y="319153"/>
                    <a:pt x="1277246" y="341590"/>
                  </a:cubicBezTo>
                  <a:cubicBezTo>
                    <a:pt x="1223904" y="362912"/>
                    <a:pt x="1178258" y="393855"/>
                    <a:pt x="1140153" y="434241"/>
                  </a:cubicBezTo>
                  <a:cubicBezTo>
                    <a:pt x="1102054" y="473512"/>
                    <a:pt x="1072586" y="521728"/>
                    <a:pt x="1051909" y="578947"/>
                  </a:cubicBezTo>
                  <a:cubicBezTo>
                    <a:pt x="1031225" y="635050"/>
                    <a:pt x="1020939" y="697925"/>
                    <a:pt x="1020939" y="767488"/>
                  </a:cubicBezTo>
                  <a:cubicBezTo>
                    <a:pt x="1020939" y="837051"/>
                    <a:pt x="1031225" y="899804"/>
                    <a:pt x="1051909" y="955908"/>
                  </a:cubicBezTo>
                  <a:cubicBezTo>
                    <a:pt x="1072592" y="1012011"/>
                    <a:pt x="1102054" y="1060227"/>
                    <a:pt x="1140153" y="1100613"/>
                  </a:cubicBezTo>
                  <a:cubicBezTo>
                    <a:pt x="1178251" y="1139883"/>
                    <a:pt x="1223904" y="1170202"/>
                    <a:pt x="1277246" y="1191523"/>
                  </a:cubicBezTo>
                  <a:cubicBezTo>
                    <a:pt x="1330588" y="1212845"/>
                    <a:pt x="1390485" y="1223531"/>
                    <a:pt x="1456886" y="1223531"/>
                  </a:cubicBezTo>
                  <a:cubicBezTo>
                    <a:pt x="1523286" y="1223531"/>
                    <a:pt x="1583190" y="1212845"/>
                    <a:pt x="1636525" y="1191523"/>
                  </a:cubicBezTo>
                  <a:cubicBezTo>
                    <a:pt x="1690950" y="1170208"/>
                    <a:pt x="1737151" y="1139883"/>
                    <a:pt x="1775250" y="1100613"/>
                  </a:cubicBezTo>
                  <a:cubicBezTo>
                    <a:pt x="1813348" y="1060227"/>
                    <a:pt x="1842817" y="1012005"/>
                    <a:pt x="1863494" y="955908"/>
                  </a:cubicBezTo>
                  <a:cubicBezTo>
                    <a:pt x="1884177" y="899811"/>
                    <a:pt x="1894464" y="837051"/>
                    <a:pt x="1894464" y="767488"/>
                  </a:cubicBezTo>
                  <a:cubicBezTo>
                    <a:pt x="1894464" y="697925"/>
                    <a:pt x="1884177" y="635044"/>
                    <a:pt x="1863494" y="578947"/>
                  </a:cubicBezTo>
                  <a:cubicBezTo>
                    <a:pt x="1842810" y="521728"/>
                    <a:pt x="1813348" y="473512"/>
                    <a:pt x="1775250" y="434241"/>
                  </a:cubicBezTo>
                  <a:cubicBezTo>
                    <a:pt x="1737151" y="393855"/>
                    <a:pt x="1690950" y="362906"/>
                    <a:pt x="1636525" y="341590"/>
                  </a:cubicBezTo>
                  <a:cubicBezTo>
                    <a:pt x="1583183" y="319153"/>
                    <a:pt x="1523286" y="307969"/>
                    <a:pt x="1456886" y="307969"/>
                  </a:cubicBezTo>
                  <a:close/>
                  <a:moveTo>
                    <a:pt x="4145583" y="307969"/>
                  </a:moveTo>
                  <a:cubicBezTo>
                    <a:pt x="4086801" y="307969"/>
                    <a:pt x="4034574" y="319778"/>
                    <a:pt x="3988857" y="343337"/>
                  </a:cubicBezTo>
                  <a:cubicBezTo>
                    <a:pt x="3944229" y="366897"/>
                    <a:pt x="3906665" y="398835"/>
                    <a:pt x="3876191" y="439228"/>
                  </a:cubicBezTo>
                  <a:cubicBezTo>
                    <a:pt x="3845711" y="478498"/>
                    <a:pt x="3822275" y="524476"/>
                    <a:pt x="3805949" y="577212"/>
                  </a:cubicBezTo>
                  <a:cubicBezTo>
                    <a:pt x="3790706" y="628821"/>
                    <a:pt x="3783165" y="682756"/>
                    <a:pt x="3783165" y="738859"/>
                  </a:cubicBezTo>
                  <a:cubicBezTo>
                    <a:pt x="3783165" y="798322"/>
                    <a:pt x="3789617" y="854993"/>
                    <a:pt x="3802675" y="908846"/>
                  </a:cubicBezTo>
                  <a:cubicBezTo>
                    <a:pt x="3816829" y="961576"/>
                    <a:pt x="3838621" y="1008058"/>
                    <a:pt x="3868012" y="1048450"/>
                  </a:cubicBezTo>
                  <a:cubicBezTo>
                    <a:pt x="3897403" y="1087721"/>
                    <a:pt x="3934960" y="1119161"/>
                    <a:pt x="3980678" y="1142721"/>
                  </a:cubicBezTo>
                  <a:cubicBezTo>
                    <a:pt x="4026395" y="1165158"/>
                    <a:pt x="4080813" y="1176469"/>
                    <a:pt x="4143952" y="1176469"/>
                  </a:cubicBezTo>
                  <a:cubicBezTo>
                    <a:pt x="4195116" y="1176469"/>
                    <a:pt x="4243508" y="1165783"/>
                    <a:pt x="4289225" y="1144462"/>
                  </a:cubicBezTo>
                  <a:cubicBezTo>
                    <a:pt x="4336032" y="1122024"/>
                    <a:pt x="4371945" y="1087727"/>
                    <a:pt x="4396986" y="1041723"/>
                  </a:cubicBezTo>
                  <a:lnTo>
                    <a:pt x="4400260" y="1041723"/>
                  </a:lnTo>
                  <a:lnTo>
                    <a:pt x="4400260" y="1156168"/>
                  </a:lnTo>
                  <a:cubicBezTo>
                    <a:pt x="4401349" y="1217882"/>
                    <a:pt x="4386679" y="1268955"/>
                    <a:pt x="4356199" y="1309341"/>
                  </a:cubicBezTo>
                  <a:cubicBezTo>
                    <a:pt x="4326808" y="1349733"/>
                    <a:pt x="4279512" y="1369990"/>
                    <a:pt x="4214201" y="1369990"/>
                  </a:cubicBezTo>
                  <a:cubicBezTo>
                    <a:pt x="4172834" y="1369990"/>
                    <a:pt x="4136372" y="1360917"/>
                    <a:pt x="4104803" y="1342968"/>
                  </a:cubicBezTo>
                  <a:cubicBezTo>
                    <a:pt x="4073233" y="1326135"/>
                    <a:pt x="4051989" y="1295320"/>
                    <a:pt x="4041103" y="1250438"/>
                  </a:cubicBezTo>
                  <a:lnTo>
                    <a:pt x="3810854" y="1250438"/>
                  </a:lnTo>
                  <a:cubicBezTo>
                    <a:pt x="3814122" y="1299802"/>
                    <a:pt x="3827148" y="1341935"/>
                    <a:pt x="3850003" y="1376717"/>
                  </a:cubicBezTo>
                  <a:cubicBezTo>
                    <a:pt x="3873955" y="1412621"/>
                    <a:pt x="3903417" y="1441702"/>
                    <a:pt x="3938247" y="1464139"/>
                  </a:cubicBezTo>
                  <a:cubicBezTo>
                    <a:pt x="3974174" y="1486577"/>
                    <a:pt x="4013375" y="1502855"/>
                    <a:pt x="4055824" y="1512955"/>
                  </a:cubicBezTo>
                  <a:cubicBezTo>
                    <a:pt x="4099370" y="1524177"/>
                    <a:pt x="4141728" y="1529890"/>
                    <a:pt x="4183095" y="1529890"/>
                  </a:cubicBezTo>
                  <a:cubicBezTo>
                    <a:pt x="4279976" y="1529890"/>
                    <a:pt x="4357282" y="1516347"/>
                    <a:pt x="4414981" y="1489421"/>
                  </a:cubicBezTo>
                  <a:cubicBezTo>
                    <a:pt x="4472674" y="1462488"/>
                    <a:pt x="4516806" y="1429434"/>
                    <a:pt x="4547286" y="1390170"/>
                  </a:cubicBezTo>
                  <a:cubicBezTo>
                    <a:pt x="4577766" y="1352022"/>
                    <a:pt x="4597366" y="1310508"/>
                    <a:pt x="4606081" y="1265633"/>
                  </a:cubicBezTo>
                  <a:cubicBezTo>
                    <a:pt x="4615878" y="1220758"/>
                    <a:pt x="4620680" y="1180869"/>
                    <a:pt x="4620680" y="1146081"/>
                  </a:cubicBezTo>
                  <a:lnTo>
                    <a:pt x="4620680" y="331535"/>
                  </a:lnTo>
                  <a:lnTo>
                    <a:pt x="4400254" y="331535"/>
                  </a:lnTo>
                  <a:lnTo>
                    <a:pt x="4400254" y="447733"/>
                  </a:lnTo>
                  <a:lnTo>
                    <a:pt x="4396979" y="447733"/>
                  </a:lnTo>
                  <a:cubicBezTo>
                    <a:pt x="4368678" y="397241"/>
                    <a:pt x="4333312" y="361324"/>
                    <a:pt x="4290856" y="340003"/>
                  </a:cubicBezTo>
                  <a:cubicBezTo>
                    <a:pt x="4249489" y="318687"/>
                    <a:pt x="4201097" y="308001"/>
                    <a:pt x="4145583" y="308001"/>
                  </a:cubicBezTo>
                  <a:close/>
                  <a:moveTo>
                    <a:pt x="5210556" y="307969"/>
                  </a:moveTo>
                  <a:cubicBezTo>
                    <a:pt x="5146334" y="307969"/>
                    <a:pt x="5087526" y="319778"/>
                    <a:pt x="5034191" y="343337"/>
                  </a:cubicBezTo>
                  <a:cubicBezTo>
                    <a:pt x="4981938" y="366897"/>
                    <a:pt x="4936710" y="399460"/>
                    <a:pt x="4898612" y="440968"/>
                  </a:cubicBezTo>
                  <a:cubicBezTo>
                    <a:pt x="4860513" y="481361"/>
                    <a:pt x="4831173" y="529577"/>
                    <a:pt x="4810490" y="585674"/>
                  </a:cubicBezTo>
                  <a:cubicBezTo>
                    <a:pt x="4789807" y="641770"/>
                    <a:pt x="4779520" y="702420"/>
                    <a:pt x="4779520" y="767494"/>
                  </a:cubicBezTo>
                  <a:cubicBezTo>
                    <a:pt x="4779520" y="834813"/>
                    <a:pt x="4789259" y="896451"/>
                    <a:pt x="4808853" y="952547"/>
                  </a:cubicBezTo>
                  <a:cubicBezTo>
                    <a:pt x="4829536" y="1008644"/>
                    <a:pt x="4858328" y="1056867"/>
                    <a:pt x="4895337" y="1097253"/>
                  </a:cubicBezTo>
                  <a:cubicBezTo>
                    <a:pt x="4932347" y="1137645"/>
                    <a:pt x="4977580" y="1169086"/>
                    <a:pt x="5030916" y="1191523"/>
                  </a:cubicBezTo>
                  <a:cubicBezTo>
                    <a:pt x="5084258" y="1212839"/>
                    <a:pt x="5144156" y="1223525"/>
                    <a:pt x="5210556" y="1223525"/>
                  </a:cubicBezTo>
                  <a:cubicBezTo>
                    <a:pt x="5306347" y="1223525"/>
                    <a:pt x="5387914" y="1201036"/>
                    <a:pt x="5455403" y="1156155"/>
                  </a:cubicBezTo>
                  <a:cubicBezTo>
                    <a:pt x="5522893" y="1111280"/>
                    <a:pt x="5573058" y="1036712"/>
                    <a:pt x="5605710" y="932367"/>
                  </a:cubicBezTo>
                  <a:lnTo>
                    <a:pt x="5401520" y="932367"/>
                  </a:lnTo>
                  <a:cubicBezTo>
                    <a:pt x="5393901" y="959300"/>
                    <a:pt x="5373205" y="985148"/>
                    <a:pt x="5339457" y="1009824"/>
                  </a:cubicBezTo>
                  <a:cubicBezTo>
                    <a:pt x="5305716" y="1033390"/>
                    <a:pt x="5265542" y="1045071"/>
                    <a:pt x="5218735" y="1045071"/>
                  </a:cubicBezTo>
                  <a:cubicBezTo>
                    <a:pt x="5153424" y="1045071"/>
                    <a:pt x="5103259" y="1027670"/>
                    <a:pt x="5068428" y="992889"/>
                  </a:cubicBezTo>
                  <a:cubicBezTo>
                    <a:pt x="5033598" y="958107"/>
                    <a:pt x="5014545" y="902062"/>
                    <a:pt x="5011277" y="824643"/>
                  </a:cubicBezTo>
                  <a:lnTo>
                    <a:pt x="5620315" y="824643"/>
                  </a:lnTo>
                  <a:cubicBezTo>
                    <a:pt x="5624673" y="757324"/>
                    <a:pt x="5619317" y="692830"/>
                    <a:pt x="5604079" y="631116"/>
                  </a:cubicBezTo>
                  <a:cubicBezTo>
                    <a:pt x="5588836" y="569408"/>
                    <a:pt x="5563757" y="514478"/>
                    <a:pt x="5528926" y="466237"/>
                  </a:cubicBezTo>
                  <a:cubicBezTo>
                    <a:pt x="5495178" y="417995"/>
                    <a:pt x="5451588" y="379841"/>
                    <a:pt x="5398252" y="351792"/>
                  </a:cubicBezTo>
                  <a:cubicBezTo>
                    <a:pt x="5344917" y="322622"/>
                    <a:pt x="5282403" y="307957"/>
                    <a:pt x="5210562" y="307957"/>
                  </a:cubicBezTo>
                  <a:close/>
                  <a:moveTo>
                    <a:pt x="6254001" y="307969"/>
                  </a:moveTo>
                  <a:cubicBezTo>
                    <a:pt x="6205016" y="307969"/>
                    <a:pt x="6157172" y="319778"/>
                    <a:pt x="6110366" y="343337"/>
                  </a:cubicBezTo>
                  <a:cubicBezTo>
                    <a:pt x="6063559" y="365775"/>
                    <a:pt x="6025454" y="402189"/>
                    <a:pt x="5996063" y="452675"/>
                  </a:cubicBezTo>
                  <a:lnTo>
                    <a:pt x="5991151" y="452675"/>
                  </a:lnTo>
                  <a:lnTo>
                    <a:pt x="5991151" y="331503"/>
                  </a:lnTo>
                  <a:lnTo>
                    <a:pt x="5770725" y="331503"/>
                  </a:lnTo>
                  <a:lnTo>
                    <a:pt x="5770725" y="1201585"/>
                  </a:lnTo>
                  <a:lnTo>
                    <a:pt x="6002611" y="1201585"/>
                  </a:lnTo>
                  <a:lnTo>
                    <a:pt x="6002611" y="745548"/>
                  </a:lnTo>
                  <a:cubicBezTo>
                    <a:pt x="6002611" y="656914"/>
                    <a:pt x="6016733" y="593535"/>
                    <a:pt x="6045035" y="555387"/>
                  </a:cubicBezTo>
                  <a:cubicBezTo>
                    <a:pt x="6073337" y="516117"/>
                    <a:pt x="6119118" y="496485"/>
                    <a:pt x="6182251" y="496485"/>
                  </a:cubicBezTo>
                  <a:cubicBezTo>
                    <a:pt x="6237758" y="496485"/>
                    <a:pt x="6276431" y="514376"/>
                    <a:pt x="6298216" y="550280"/>
                  </a:cubicBezTo>
                  <a:cubicBezTo>
                    <a:pt x="6319937" y="585061"/>
                    <a:pt x="6330766" y="638372"/>
                    <a:pt x="6330766" y="710180"/>
                  </a:cubicBezTo>
                  <a:lnTo>
                    <a:pt x="6330766" y="1201585"/>
                  </a:lnTo>
                  <a:lnTo>
                    <a:pt x="6562671" y="1201585"/>
                  </a:lnTo>
                  <a:lnTo>
                    <a:pt x="6562671" y="666465"/>
                  </a:lnTo>
                  <a:cubicBezTo>
                    <a:pt x="6562671" y="612613"/>
                    <a:pt x="6557773" y="563772"/>
                    <a:pt x="6547976" y="520013"/>
                  </a:cubicBezTo>
                  <a:cubicBezTo>
                    <a:pt x="6539210" y="475131"/>
                    <a:pt x="6523483" y="437602"/>
                    <a:pt x="6500602" y="407309"/>
                  </a:cubicBezTo>
                  <a:cubicBezTo>
                    <a:pt x="6477785" y="375894"/>
                    <a:pt x="6446203" y="351658"/>
                    <a:pt x="6405919" y="334832"/>
                  </a:cubicBezTo>
                  <a:cubicBezTo>
                    <a:pt x="6366731" y="316883"/>
                    <a:pt x="6316070" y="307931"/>
                    <a:pt x="6254001" y="307931"/>
                  </a:cubicBezTo>
                  <a:close/>
                  <a:moveTo>
                    <a:pt x="1995979" y="331503"/>
                  </a:moveTo>
                  <a:lnTo>
                    <a:pt x="2273556" y="743832"/>
                  </a:lnTo>
                  <a:lnTo>
                    <a:pt x="1969791" y="1201617"/>
                  </a:lnTo>
                  <a:lnTo>
                    <a:pt x="2229496" y="1201617"/>
                  </a:lnTo>
                  <a:lnTo>
                    <a:pt x="2405861" y="927272"/>
                  </a:lnTo>
                  <a:lnTo>
                    <a:pt x="2582104" y="1201617"/>
                  </a:lnTo>
                  <a:lnTo>
                    <a:pt x="2846720" y="1201617"/>
                  </a:lnTo>
                  <a:lnTo>
                    <a:pt x="2534775" y="738853"/>
                  </a:lnTo>
                  <a:lnTo>
                    <a:pt x="2812353" y="331503"/>
                  </a:lnTo>
                  <a:lnTo>
                    <a:pt x="2556045" y="331503"/>
                  </a:lnTo>
                  <a:lnTo>
                    <a:pt x="2409135" y="558779"/>
                  </a:lnTo>
                  <a:lnTo>
                    <a:pt x="2260466" y="331503"/>
                  </a:lnTo>
                  <a:close/>
                  <a:moveTo>
                    <a:pt x="2851605" y="331503"/>
                  </a:moveTo>
                  <a:lnTo>
                    <a:pt x="3147062" y="1147834"/>
                  </a:lnTo>
                  <a:cubicBezTo>
                    <a:pt x="3153591" y="1164667"/>
                    <a:pt x="3156878" y="1182565"/>
                    <a:pt x="3156878" y="1201636"/>
                  </a:cubicBezTo>
                  <a:cubicBezTo>
                    <a:pt x="3156878" y="1227440"/>
                    <a:pt x="3149337" y="1251051"/>
                    <a:pt x="3134094" y="1272372"/>
                  </a:cubicBezTo>
                  <a:cubicBezTo>
                    <a:pt x="3119946" y="1293687"/>
                    <a:pt x="3097607" y="1305993"/>
                    <a:pt x="3067120" y="1309360"/>
                  </a:cubicBezTo>
                  <a:cubicBezTo>
                    <a:pt x="3044258" y="1310482"/>
                    <a:pt x="3021371" y="1309985"/>
                    <a:pt x="2998509" y="1307740"/>
                  </a:cubicBezTo>
                  <a:cubicBezTo>
                    <a:pt x="2975653" y="1305496"/>
                    <a:pt x="2953307" y="1303258"/>
                    <a:pt x="2931534" y="1301014"/>
                  </a:cubicBezTo>
                  <a:lnTo>
                    <a:pt x="2931534" y="1497901"/>
                  </a:lnTo>
                  <a:cubicBezTo>
                    <a:pt x="2955486" y="1500145"/>
                    <a:pt x="2978921" y="1501758"/>
                    <a:pt x="3001776" y="1502881"/>
                  </a:cubicBezTo>
                  <a:cubicBezTo>
                    <a:pt x="3025728" y="1505125"/>
                    <a:pt x="3049711" y="1506247"/>
                    <a:pt x="3073656" y="1506247"/>
                  </a:cubicBezTo>
                  <a:cubicBezTo>
                    <a:pt x="3153121" y="1506247"/>
                    <a:pt x="3215087" y="1491085"/>
                    <a:pt x="3259715" y="1460792"/>
                  </a:cubicBezTo>
                  <a:cubicBezTo>
                    <a:pt x="3304349" y="1430499"/>
                    <a:pt x="3339161" y="1380045"/>
                    <a:pt x="3364201" y="1309360"/>
                  </a:cubicBezTo>
                  <a:lnTo>
                    <a:pt x="3716938" y="331523"/>
                  </a:lnTo>
                  <a:lnTo>
                    <a:pt x="3476873" y="331523"/>
                  </a:lnTo>
                  <a:lnTo>
                    <a:pt x="3292451" y="927292"/>
                  </a:lnTo>
                  <a:lnTo>
                    <a:pt x="3289177" y="927292"/>
                  </a:lnTo>
                  <a:lnTo>
                    <a:pt x="3098084" y="331523"/>
                  </a:lnTo>
                  <a:close/>
                  <a:moveTo>
                    <a:pt x="435871" y="488043"/>
                  </a:moveTo>
                  <a:cubicBezTo>
                    <a:pt x="473969" y="488043"/>
                    <a:pt x="505629" y="495873"/>
                    <a:pt x="530663" y="511583"/>
                  </a:cubicBezTo>
                  <a:cubicBezTo>
                    <a:pt x="555697" y="527288"/>
                    <a:pt x="575723" y="548042"/>
                    <a:pt x="590960" y="573846"/>
                  </a:cubicBezTo>
                  <a:cubicBezTo>
                    <a:pt x="607292" y="598534"/>
                    <a:pt x="618797" y="627737"/>
                    <a:pt x="625327" y="661390"/>
                  </a:cubicBezTo>
                  <a:cubicBezTo>
                    <a:pt x="631862" y="693927"/>
                    <a:pt x="635149" y="728224"/>
                    <a:pt x="635149" y="764128"/>
                  </a:cubicBezTo>
                  <a:cubicBezTo>
                    <a:pt x="635149" y="800031"/>
                    <a:pt x="631862" y="834705"/>
                    <a:pt x="625327" y="868364"/>
                  </a:cubicBezTo>
                  <a:cubicBezTo>
                    <a:pt x="618797" y="902023"/>
                    <a:pt x="607840" y="932348"/>
                    <a:pt x="592597" y="959274"/>
                  </a:cubicBezTo>
                  <a:cubicBezTo>
                    <a:pt x="577360" y="985085"/>
                    <a:pt x="556786" y="1005832"/>
                    <a:pt x="530663" y="1021543"/>
                  </a:cubicBezTo>
                  <a:cubicBezTo>
                    <a:pt x="505629" y="1037254"/>
                    <a:pt x="473969" y="1045077"/>
                    <a:pt x="435871" y="1045077"/>
                  </a:cubicBezTo>
                  <a:cubicBezTo>
                    <a:pt x="399950" y="1045077"/>
                    <a:pt x="368967" y="1037254"/>
                    <a:pt x="342838" y="1021543"/>
                  </a:cubicBezTo>
                  <a:cubicBezTo>
                    <a:pt x="317801" y="1004710"/>
                    <a:pt x="296556" y="983465"/>
                    <a:pt x="279139" y="957655"/>
                  </a:cubicBezTo>
                  <a:cubicBezTo>
                    <a:pt x="262811" y="930729"/>
                    <a:pt x="250881" y="900404"/>
                    <a:pt x="243261" y="866744"/>
                  </a:cubicBezTo>
                  <a:cubicBezTo>
                    <a:pt x="235642" y="833085"/>
                    <a:pt x="231806" y="799407"/>
                    <a:pt x="231806" y="765747"/>
                  </a:cubicBezTo>
                  <a:cubicBezTo>
                    <a:pt x="231806" y="729843"/>
                    <a:pt x="235094" y="695668"/>
                    <a:pt x="241625" y="663130"/>
                  </a:cubicBezTo>
                  <a:cubicBezTo>
                    <a:pt x="249245" y="629471"/>
                    <a:pt x="260627" y="599644"/>
                    <a:pt x="275866" y="573840"/>
                  </a:cubicBezTo>
                  <a:cubicBezTo>
                    <a:pt x="292194" y="548035"/>
                    <a:pt x="313440" y="527281"/>
                    <a:pt x="339565" y="511571"/>
                  </a:cubicBezTo>
                  <a:cubicBezTo>
                    <a:pt x="365690" y="495866"/>
                    <a:pt x="397772" y="488037"/>
                    <a:pt x="435864" y="488037"/>
                  </a:cubicBezTo>
                  <a:close/>
                  <a:moveTo>
                    <a:pt x="1456821" y="488043"/>
                  </a:moveTo>
                  <a:cubicBezTo>
                    <a:pt x="1496009" y="488043"/>
                    <a:pt x="1528636" y="496497"/>
                    <a:pt x="1554759" y="513324"/>
                  </a:cubicBezTo>
                  <a:cubicBezTo>
                    <a:pt x="1581972" y="529035"/>
                    <a:pt x="1603216" y="549789"/>
                    <a:pt x="1618459" y="575593"/>
                  </a:cubicBezTo>
                  <a:cubicBezTo>
                    <a:pt x="1634785" y="601397"/>
                    <a:pt x="1646168" y="631097"/>
                    <a:pt x="1652697" y="664756"/>
                  </a:cubicBezTo>
                  <a:cubicBezTo>
                    <a:pt x="1659233" y="698416"/>
                    <a:pt x="1662520" y="732713"/>
                    <a:pt x="1662520" y="767494"/>
                  </a:cubicBezTo>
                  <a:cubicBezTo>
                    <a:pt x="1662520" y="802276"/>
                    <a:pt x="1659233" y="836452"/>
                    <a:pt x="1652697" y="870111"/>
                  </a:cubicBezTo>
                  <a:cubicBezTo>
                    <a:pt x="1646168" y="902648"/>
                    <a:pt x="1634785" y="932348"/>
                    <a:pt x="1618459" y="959274"/>
                  </a:cubicBezTo>
                  <a:cubicBezTo>
                    <a:pt x="1603216" y="985078"/>
                    <a:pt x="1581972" y="1005832"/>
                    <a:pt x="1554759" y="1021537"/>
                  </a:cubicBezTo>
                  <a:cubicBezTo>
                    <a:pt x="1528636" y="1037247"/>
                    <a:pt x="1496009" y="1045077"/>
                    <a:pt x="1456821" y="1045077"/>
                  </a:cubicBezTo>
                  <a:cubicBezTo>
                    <a:pt x="1417633" y="1045077"/>
                    <a:pt x="1385007" y="1037247"/>
                    <a:pt x="1358884" y="1021537"/>
                  </a:cubicBezTo>
                  <a:cubicBezTo>
                    <a:pt x="1332760" y="1005832"/>
                    <a:pt x="1311510" y="985078"/>
                    <a:pt x="1295184" y="959274"/>
                  </a:cubicBezTo>
                  <a:cubicBezTo>
                    <a:pt x="1279947" y="932348"/>
                    <a:pt x="1268983" y="902642"/>
                    <a:pt x="1262454" y="870111"/>
                  </a:cubicBezTo>
                  <a:cubicBezTo>
                    <a:pt x="1255925" y="836452"/>
                    <a:pt x="1252638" y="802276"/>
                    <a:pt x="1252638" y="767494"/>
                  </a:cubicBezTo>
                  <a:cubicBezTo>
                    <a:pt x="1252638" y="732713"/>
                    <a:pt x="1255925" y="698416"/>
                    <a:pt x="1262454" y="664756"/>
                  </a:cubicBezTo>
                  <a:cubicBezTo>
                    <a:pt x="1268983" y="631097"/>
                    <a:pt x="1279947" y="601397"/>
                    <a:pt x="1295184" y="575593"/>
                  </a:cubicBezTo>
                  <a:cubicBezTo>
                    <a:pt x="1311510" y="549789"/>
                    <a:pt x="1332760" y="529035"/>
                    <a:pt x="1358884" y="513324"/>
                  </a:cubicBezTo>
                  <a:cubicBezTo>
                    <a:pt x="1385007" y="496497"/>
                    <a:pt x="1417633" y="488043"/>
                    <a:pt x="1456821" y="488043"/>
                  </a:cubicBezTo>
                  <a:close/>
                  <a:moveTo>
                    <a:pt x="4202689" y="488043"/>
                  </a:moveTo>
                  <a:cubicBezTo>
                    <a:pt x="4240788" y="488043"/>
                    <a:pt x="4272319" y="495375"/>
                    <a:pt x="4297359" y="509964"/>
                  </a:cubicBezTo>
                  <a:cubicBezTo>
                    <a:pt x="4322393" y="524552"/>
                    <a:pt x="4342548" y="544184"/>
                    <a:pt x="4357785" y="568866"/>
                  </a:cubicBezTo>
                  <a:cubicBezTo>
                    <a:pt x="4373022" y="593554"/>
                    <a:pt x="4383985" y="622132"/>
                    <a:pt x="4390515" y="654669"/>
                  </a:cubicBezTo>
                  <a:cubicBezTo>
                    <a:pt x="4397044" y="686084"/>
                    <a:pt x="4400208" y="719763"/>
                    <a:pt x="4400208" y="755666"/>
                  </a:cubicBezTo>
                  <a:cubicBezTo>
                    <a:pt x="4400208" y="787081"/>
                    <a:pt x="4395948" y="817406"/>
                    <a:pt x="4387240" y="846577"/>
                  </a:cubicBezTo>
                  <a:cubicBezTo>
                    <a:pt x="4379622" y="874625"/>
                    <a:pt x="4367569" y="899856"/>
                    <a:pt x="4351236" y="922293"/>
                  </a:cubicBezTo>
                  <a:cubicBezTo>
                    <a:pt x="4334910" y="944737"/>
                    <a:pt x="4314214" y="962628"/>
                    <a:pt x="4289174" y="976094"/>
                  </a:cubicBezTo>
                  <a:cubicBezTo>
                    <a:pt x="4264140" y="989554"/>
                    <a:pt x="4235348" y="996390"/>
                    <a:pt x="4202696" y="996390"/>
                  </a:cubicBezTo>
                  <a:cubicBezTo>
                    <a:pt x="4166769" y="996390"/>
                    <a:pt x="4136882" y="988438"/>
                    <a:pt x="4112937" y="972728"/>
                  </a:cubicBezTo>
                  <a:cubicBezTo>
                    <a:pt x="4088986" y="957023"/>
                    <a:pt x="4069385" y="936894"/>
                    <a:pt x="4054142" y="912206"/>
                  </a:cubicBezTo>
                  <a:cubicBezTo>
                    <a:pt x="4039994" y="887524"/>
                    <a:pt x="4029579" y="860062"/>
                    <a:pt x="4023049" y="829763"/>
                  </a:cubicBezTo>
                  <a:cubicBezTo>
                    <a:pt x="4017610" y="798348"/>
                    <a:pt x="4014870" y="766908"/>
                    <a:pt x="4014870" y="735493"/>
                  </a:cubicBezTo>
                  <a:cubicBezTo>
                    <a:pt x="4014870" y="702955"/>
                    <a:pt x="4018157" y="672140"/>
                    <a:pt x="4024687" y="642963"/>
                  </a:cubicBezTo>
                  <a:cubicBezTo>
                    <a:pt x="4032305" y="612670"/>
                    <a:pt x="4043817" y="586203"/>
                    <a:pt x="4059053" y="563759"/>
                  </a:cubicBezTo>
                  <a:cubicBezTo>
                    <a:pt x="4075380" y="540199"/>
                    <a:pt x="4094980" y="521683"/>
                    <a:pt x="4117842" y="508217"/>
                  </a:cubicBezTo>
                  <a:cubicBezTo>
                    <a:pt x="4141793" y="494757"/>
                    <a:pt x="4170037" y="488043"/>
                    <a:pt x="4202689" y="488043"/>
                  </a:cubicBezTo>
                  <a:close/>
                  <a:moveTo>
                    <a:pt x="5203982" y="488043"/>
                  </a:moveTo>
                  <a:cubicBezTo>
                    <a:pt x="5260585" y="488043"/>
                    <a:pt x="5302532" y="503830"/>
                    <a:pt x="5329744" y="535245"/>
                  </a:cubicBezTo>
                  <a:cubicBezTo>
                    <a:pt x="5358046" y="566660"/>
                    <a:pt x="5377646" y="612638"/>
                    <a:pt x="5388533" y="673230"/>
                  </a:cubicBezTo>
                  <a:lnTo>
                    <a:pt x="5011251" y="673230"/>
                  </a:lnTo>
                  <a:cubicBezTo>
                    <a:pt x="5012340" y="656397"/>
                    <a:pt x="5015628" y="637263"/>
                    <a:pt x="5021074" y="615941"/>
                  </a:cubicBezTo>
                  <a:cubicBezTo>
                    <a:pt x="5027603" y="594626"/>
                    <a:pt x="5038012" y="574496"/>
                    <a:pt x="5052167" y="555419"/>
                  </a:cubicBezTo>
                  <a:cubicBezTo>
                    <a:pt x="5067404" y="536348"/>
                    <a:pt x="5087004" y="520561"/>
                    <a:pt x="5110955" y="508223"/>
                  </a:cubicBezTo>
                  <a:cubicBezTo>
                    <a:pt x="5135989" y="494757"/>
                    <a:pt x="5166972" y="488049"/>
                    <a:pt x="5203988" y="488049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4385" cap="flat">
              <a:solidFill>
                <a:srgbClr val="969696">
                  <a:alpha val="3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ABE19AB-D0AD-1DCF-5E77-E417B4E095D6}"/>
                </a:ext>
              </a:extLst>
            </p:cNvPr>
            <p:cNvSpPr/>
            <p:nvPr/>
          </p:nvSpPr>
          <p:spPr>
            <a:xfrm>
              <a:off x="590763" y="5267316"/>
              <a:ext cx="2813787" cy="213458"/>
            </a:xfrm>
            <a:custGeom>
              <a:avLst/>
              <a:gdLst>
                <a:gd name="csX0" fmla="*/ 0 w 2813787"/>
                <a:gd name="csY0" fmla="*/ 121 h 213458"/>
                <a:gd name="csX1" fmla="*/ 2810514 w 2813787"/>
                <a:gd name="csY1" fmla="*/ 0 h 213458"/>
                <a:gd name="csX2" fmla="*/ 2813788 w 2813787"/>
                <a:gd name="csY2" fmla="*/ 210800 h 213458"/>
                <a:gd name="csX3" fmla="*/ 3597 w 2813787"/>
                <a:gd name="csY3" fmla="*/ 213459 h 2134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13787" h="213458">
                  <a:moveTo>
                    <a:pt x="0" y="121"/>
                  </a:moveTo>
                  <a:lnTo>
                    <a:pt x="2810514" y="0"/>
                  </a:lnTo>
                  <a:lnTo>
                    <a:pt x="2813788" y="210800"/>
                  </a:lnTo>
                  <a:lnTo>
                    <a:pt x="3597" y="213459"/>
                  </a:lnTo>
                  <a:close/>
                </a:path>
              </a:pathLst>
            </a:custGeom>
            <a:gradFill>
              <a:gsLst>
                <a:gs pos="0">
                  <a:srgbClr val="5373B4"/>
                </a:gs>
                <a:gs pos="50000">
                  <a:srgbClr val="6784BD"/>
                </a:gs>
                <a:gs pos="100000">
                  <a:srgbClr val="7C95C6"/>
                </a:gs>
              </a:gsLst>
              <a:lin ang="5400000" scaled="1"/>
            </a:gradFill>
            <a:ln w="32193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9DF139F-7F55-AAB3-1ADD-E2E803437DB5}"/>
                </a:ext>
              </a:extLst>
            </p:cNvPr>
            <p:cNvSpPr/>
            <p:nvPr/>
          </p:nvSpPr>
          <p:spPr>
            <a:xfrm>
              <a:off x="563849" y="3953538"/>
              <a:ext cx="6562673" cy="1529914"/>
            </a:xfrm>
            <a:custGeom>
              <a:avLst/>
              <a:gdLst>
                <a:gd name="csX0" fmla="*/ 627044 w 6562673"/>
                <a:gd name="csY0" fmla="*/ 22 h 1529914"/>
                <a:gd name="csX1" fmla="*/ 627044 w 6562673"/>
                <a:gd name="csY1" fmla="*/ 437633 h 1529914"/>
                <a:gd name="csX2" fmla="*/ 623769 w 6562673"/>
                <a:gd name="csY2" fmla="*/ 437633 h 1529914"/>
                <a:gd name="csX3" fmla="*/ 516010 w 6562673"/>
                <a:gd name="csY3" fmla="*/ 341615 h 1529914"/>
                <a:gd name="csX4" fmla="*/ 373883 w 6562673"/>
                <a:gd name="csY4" fmla="*/ 307991 h 1529914"/>
                <a:gd name="csX5" fmla="*/ 210608 w 6562673"/>
                <a:gd name="csY5" fmla="*/ 346721 h 1529914"/>
                <a:gd name="csX6" fmla="*/ 93031 w 6562673"/>
                <a:gd name="csY6" fmla="*/ 445973 h 1529914"/>
                <a:gd name="csX7" fmla="*/ 22911 w 6562673"/>
                <a:gd name="csY7" fmla="*/ 590805 h 1529914"/>
                <a:gd name="csX8" fmla="*/ 0 w 6562673"/>
                <a:gd name="csY8" fmla="*/ 759051 h 1529914"/>
                <a:gd name="csX9" fmla="*/ 22911 w 6562673"/>
                <a:gd name="csY9" fmla="*/ 934018 h 1529914"/>
                <a:gd name="csX10" fmla="*/ 93031 w 6562673"/>
                <a:gd name="csY10" fmla="*/ 1083830 h 1529914"/>
                <a:gd name="csX11" fmla="*/ 212245 w 6562673"/>
                <a:gd name="csY11" fmla="*/ 1186568 h 1529914"/>
                <a:gd name="csX12" fmla="*/ 378794 w 6562673"/>
                <a:gd name="csY12" fmla="*/ 1223556 h 1529914"/>
                <a:gd name="csX13" fmla="*/ 527464 w 6562673"/>
                <a:gd name="csY13" fmla="*/ 1193289 h 1529914"/>
                <a:gd name="csX14" fmla="*/ 635223 w 6562673"/>
                <a:gd name="csY14" fmla="*/ 1090551 h 1529914"/>
                <a:gd name="csX15" fmla="*/ 638497 w 6562673"/>
                <a:gd name="csY15" fmla="*/ 1090551 h 1529914"/>
                <a:gd name="csX16" fmla="*/ 638497 w 6562673"/>
                <a:gd name="csY16" fmla="*/ 1201641 h 1529914"/>
                <a:gd name="csX17" fmla="*/ 858923 w 6562673"/>
                <a:gd name="csY17" fmla="*/ 1201641 h 1529914"/>
                <a:gd name="csX18" fmla="*/ 858923 w 6562673"/>
                <a:gd name="csY18" fmla="*/ 0 h 1529914"/>
                <a:gd name="csX19" fmla="*/ 1456888 w 6562673"/>
                <a:gd name="csY19" fmla="*/ 307994 h 1529914"/>
                <a:gd name="csX20" fmla="*/ 1277249 w 6562673"/>
                <a:gd name="csY20" fmla="*/ 341618 h 1529914"/>
                <a:gd name="csX21" fmla="*/ 1140155 w 6562673"/>
                <a:gd name="csY21" fmla="*/ 434266 h 1529914"/>
                <a:gd name="csX22" fmla="*/ 1051911 w 6562673"/>
                <a:gd name="csY22" fmla="*/ 578971 h 1529914"/>
                <a:gd name="csX23" fmla="*/ 1020941 w 6562673"/>
                <a:gd name="csY23" fmla="*/ 767512 h 1529914"/>
                <a:gd name="csX24" fmla="*/ 1051911 w 6562673"/>
                <a:gd name="csY24" fmla="*/ 955932 h 1529914"/>
                <a:gd name="csX25" fmla="*/ 1140155 w 6562673"/>
                <a:gd name="csY25" fmla="*/ 1100638 h 1529914"/>
                <a:gd name="csX26" fmla="*/ 1277249 w 6562673"/>
                <a:gd name="csY26" fmla="*/ 1191548 h 1529914"/>
                <a:gd name="csX27" fmla="*/ 1456888 w 6562673"/>
                <a:gd name="csY27" fmla="*/ 1223556 h 1529914"/>
                <a:gd name="csX28" fmla="*/ 1636528 w 6562673"/>
                <a:gd name="csY28" fmla="*/ 1191548 h 1529914"/>
                <a:gd name="csX29" fmla="*/ 1775252 w 6562673"/>
                <a:gd name="csY29" fmla="*/ 1100638 h 1529914"/>
                <a:gd name="csX30" fmla="*/ 1863496 w 6562673"/>
                <a:gd name="csY30" fmla="*/ 955932 h 1529914"/>
                <a:gd name="csX31" fmla="*/ 1894466 w 6562673"/>
                <a:gd name="csY31" fmla="*/ 767512 h 1529914"/>
                <a:gd name="csX32" fmla="*/ 1863496 w 6562673"/>
                <a:gd name="csY32" fmla="*/ 578971 h 1529914"/>
                <a:gd name="csX33" fmla="*/ 1775252 w 6562673"/>
                <a:gd name="csY33" fmla="*/ 434266 h 1529914"/>
                <a:gd name="csX34" fmla="*/ 1636528 w 6562673"/>
                <a:gd name="csY34" fmla="*/ 341618 h 1529914"/>
                <a:gd name="csX35" fmla="*/ 1456888 w 6562673"/>
                <a:gd name="csY35" fmla="*/ 307994 h 1529914"/>
                <a:gd name="csX36" fmla="*/ 4145586 w 6562673"/>
                <a:gd name="csY36" fmla="*/ 307994 h 1529914"/>
                <a:gd name="csX37" fmla="*/ 3988859 w 6562673"/>
                <a:gd name="csY37" fmla="*/ 343361 h 1529914"/>
                <a:gd name="csX38" fmla="*/ 3876194 w 6562673"/>
                <a:gd name="csY38" fmla="*/ 439252 h 1529914"/>
                <a:gd name="csX39" fmla="*/ 3805952 w 6562673"/>
                <a:gd name="csY39" fmla="*/ 577237 h 1529914"/>
                <a:gd name="csX40" fmla="*/ 3783167 w 6562673"/>
                <a:gd name="csY40" fmla="*/ 738884 h 1529914"/>
                <a:gd name="csX41" fmla="*/ 3802677 w 6562673"/>
                <a:gd name="csY41" fmla="*/ 908870 h 1529914"/>
                <a:gd name="csX42" fmla="*/ 3868015 w 6562673"/>
                <a:gd name="csY42" fmla="*/ 1048475 h 1529914"/>
                <a:gd name="csX43" fmla="*/ 3980680 w 6562673"/>
                <a:gd name="csY43" fmla="*/ 1142745 h 1529914"/>
                <a:gd name="csX44" fmla="*/ 4143955 w 6562673"/>
                <a:gd name="csY44" fmla="*/ 1176494 h 1529914"/>
                <a:gd name="csX45" fmla="*/ 4289228 w 6562673"/>
                <a:gd name="csY45" fmla="*/ 1144486 h 1529914"/>
                <a:gd name="csX46" fmla="*/ 4396988 w 6562673"/>
                <a:gd name="csY46" fmla="*/ 1041748 h 1529914"/>
                <a:gd name="csX47" fmla="*/ 4400263 w 6562673"/>
                <a:gd name="csY47" fmla="*/ 1041748 h 1529914"/>
                <a:gd name="csX48" fmla="*/ 4400263 w 6562673"/>
                <a:gd name="csY48" fmla="*/ 1156192 h 1529914"/>
                <a:gd name="csX49" fmla="*/ 4356202 w 6562673"/>
                <a:gd name="csY49" fmla="*/ 1309365 h 1529914"/>
                <a:gd name="csX50" fmla="*/ 4214203 w 6562673"/>
                <a:gd name="csY50" fmla="*/ 1370015 h 1529914"/>
                <a:gd name="csX51" fmla="*/ 4104806 w 6562673"/>
                <a:gd name="csY51" fmla="*/ 1342993 h 1529914"/>
                <a:gd name="csX52" fmla="*/ 4041106 w 6562673"/>
                <a:gd name="csY52" fmla="*/ 1250463 h 1529914"/>
                <a:gd name="csX53" fmla="*/ 3810857 w 6562673"/>
                <a:gd name="csY53" fmla="*/ 1250463 h 1529914"/>
                <a:gd name="csX54" fmla="*/ 3850006 w 6562673"/>
                <a:gd name="csY54" fmla="*/ 1376741 h 1529914"/>
                <a:gd name="csX55" fmla="*/ 3938250 w 6562673"/>
                <a:gd name="csY55" fmla="*/ 1464164 h 1529914"/>
                <a:gd name="csX56" fmla="*/ 4055827 w 6562673"/>
                <a:gd name="csY56" fmla="*/ 1512979 h 1529914"/>
                <a:gd name="csX57" fmla="*/ 4183098 w 6562673"/>
                <a:gd name="csY57" fmla="*/ 1529914 h 1529914"/>
                <a:gd name="csX58" fmla="*/ 4414984 w 6562673"/>
                <a:gd name="csY58" fmla="*/ 1489445 h 1529914"/>
                <a:gd name="csX59" fmla="*/ 4547288 w 6562673"/>
                <a:gd name="csY59" fmla="*/ 1390189 h 1529914"/>
                <a:gd name="csX60" fmla="*/ 4606077 w 6562673"/>
                <a:gd name="csY60" fmla="*/ 1265657 h 1529914"/>
                <a:gd name="csX61" fmla="*/ 4620682 w 6562673"/>
                <a:gd name="csY61" fmla="*/ 1146105 h 1529914"/>
                <a:gd name="csX62" fmla="*/ 4620682 w 6562673"/>
                <a:gd name="csY62" fmla="*/ 331563 h 1529914"/>
                <a:gd name="csX63" fmla="*/ 4400256 w 6562673"/>
                <a:gd name="csY63" fmla="*/ 331563 h 1529914"/>
                <a:gd name="csX64" fmla="*/ 4400256 w 6562673"/>
                <a:gd name="csY64" fmla="*/ 447751 h 1529914"/>
                <a:gd name="csX65" fmla="*/ 4396982 w 6562673"/>
                <a:gd name="csY65" fmla="*/ 447751 h 1529914"/>
                <a:gd name="csX66" fmla="*/ 4290858 w 6562673"/>
                <a:gd name="csY66" fmla="*/ 340031 h 1529914"/>
                <a:gd name="csX67" fmla="*/ 4145586 w 6562673"/>
                <a:gd name="csY67" fmla="*/ 308026 h 1529914"/>
                <a:gd name="csX68" fmla="*/ 5210559 w 6562673"/>
                <a:gd name="csY68" fmla="*/ 307994 h 1529914"/>
                <a:gd name="csX69" fmla="*/ 5034193 w 6562673"/>
                <a:gd name="csY69" fmla="*/ 343361 h 1529914"/>
                <a:gd name="csX70" fmla="*/ 4898614 w 6562673"/>
                <a:gd name="csY70" fmla="*/ 440993 h 1529914"/>
                <a:gd name="csX71" fmla="*/ 4810493 w 6562673"/>
                <a:gd name="csY71" fmla="*/ 585698 h 1529914"/>
                <a:gd name="csX72" fmla="*/ 4779523 w 6562673"/>
                <a:gd name="csY72" fmla="*/ 767519 h 1529914"/>
                <a:gd name="csX73" fmla="*/ 4808855 w 6562673"/>
                <a:gd name="csY73" fmla="*/ 952572 h 1529914"/>
                <a:gd name="csX74" fmla="*/ 4895340 w 6562673"/>
                <a:gd name="csY74" fmla="*/ 1097277 h 1529914"/>
                <a:gd name="csX75" fmla="*/ 5030919 w 6562673"/>
                <a:gd name="csY75" fmla="*/ 1191548 h 1529914"/>
                <a:gd name="csX76" fmla="*/ 5210559 w 6562673"/>
                <a:gd name="csY76" fmla="*/ 1223549 h 1529914"/>
                <a:gd name="csX77" fmla="*/ 5455406 w 6562673"/>
                <a:gd name="csY77" fmla="*/ 1156180 h 1529914"/>
                <a:gd name="csX78" fmla="*/ 5605713 w 6562673"/>
                <a:gd name="csY78" fmla="*/ 932392 h 1529914"/>
                <a:gd name="csX79" fmla="*/ 5401523 w 6562673"/>
                <a:gd name="csY79" fmla="*/ 932392 h 1529914"/>
                <a:gd name="csX80" fmla="*/ 5339460 w 6562673"/>
                <a:gd name="csY80" fmla="*/ 1009848 h 1529914"/>
                <a:gd name="csX81" fmla="*/ 5218738 w 6562673"/>
                <a:gd name="csY81" fmla="*/ 1045095 h 1529914"/>
                <a:gd name="csX82" fmla="*/ 5068431 w 6562673"/>
                <a:gd name="csY82" fmla="*/ 992914 h 1529914"/>
                <a:gd name="csX83" fmla="*/ 5011280 w 6562673"/>
                <a:gd name="csY83" fmla="*/ 824668 h 1529914"/>
                <a:gd name="csX84" fmla="*/ 5620318 w 6562673"/>
                <a:gd name="csY84" fmla="*/ 824668 h 1529914"/>
                <a:gd name="csX85" fmla="*/ 5604076 w 6562673"/>
                <a:gd name="csY85" fmla="*/ 631141 h 1529914"/>
                <a:gd name="csX86" fmla="*/ 5528923 w 6562673"/>
                <a:gd name="csY86" fmla="*/ 466261 h 1529914"/>
                <a:gd name="csX87" fmla="*/ 5398261 w 6562673"/>
                <a:gd name="csY87" fmla="*/ 351817 h 1529914"/>
                <a:gd name="csX88" fmla="*/ 5210559 w 6562673"/>
                <a:gd name="csY88" fmla="*/ 307982 h 1529914"/>
                <a:gd name="csX89" fmla="*/ 6254004 w 6562673"/>
                <a:gd name="csY89" fmla="*/ 307994 h 1529914"/>
                <a:gd name="csX90" fmla="*/ 6110368 w 6562673"/>
                <a:gd name="csY90" fmla="*/ 343361 h 1529914"/>
                <a:gd name="csX91" fmla="*/ 5996065 w 6562673"/>
                <a:gd name="csY91" fmla="*/ 452699 h 1529914"/>
                <a:gd name="csX92" fmla="*/ 5991154 w 6562673"/>
                <a:gd name="csY92" fmla="*/ 452699 h 1529914"/>
                <a:gd name="csX93" fmla="*/ 5991154 w 6562673"/>
                <a:gd name="csY93" fmla="*/ 331527 h 1529914"/>
                <a:gd name="csX94" fmla="*/ 5770728 w 6562673"/>
                <a:gd name="csY94" fmla="*/ 331527 h 1529914"/>
                <a:gd name="csX95" fmla="*/ 5770728 w 6562673"/>
                <a:gd name="csY95" fmla="*/ 1201609 h 1529914"/>
                <a:gd name="csX96" fmla="*/ 6002614 w 6562673"/>
                <a:gd name="csY96" fmla="*/ 1201609 h 1529914"/>
                <a:gd name="csX97" fmla="*/ 6002614 w 6562673"/>
                <a:gd name="csY97" fmla="*/ 745572 h 1529914"/>
                <a:gd name="csX98" fmla="*/ 6045038 w 6562673"/>
                <a:gd name="csY98" fmla="*/ 555412 h 1529914"/>
                <a:gd name="csX99" fmla="*/ 6182254 w 6562673"/>
                <a:gd name="csY99" fmla="*/ 496509 h 1529914"/>
                <a:gd name="csX100" fmla="*/ 6298193 w 6562673"/>
                <a:gd name="csY100" fmla="*/ 550304 h 1529914"/>
                <a:gd name="csX101" fmla="*/ 6330800 w 6562673"/>
                <a:gd name="csY101" fmla="*/ 710204 h 1529914"/>
                <a:gd name="csX102" fmla="*/ 6330800 w 6562673"/>
                <a:gd name="csY102" fmla="*/ 1201609 h 1529914"/>
                <a:gd name="csX103" fmla="*/ 6562674 w 6562673"/>
                <a:gd name="csY103" fmla="*/ 1201609 h 1529914"/>
                <a:gd name="csX104" fmla="*/ 6562674 w 6562673"/>
                <a:gd name="csY104" fmla="*/ 666490 h 1529914"/>
                <a:gd name="csX105" fmla="*/ 6547978 w 6562673"/>
                <a:gd name="csY105" fmla="*/ 520037 h 1529914"/>
                <a:gd name="csX106" fmla="*/ 6500605 w 6562673"/>
                <a:gd name="csY106" fmla="*/ 407334 h 1529914"/>
                <a:gd name="csX107" fmla="*/ 6405954 w 6562673"/>
                <a:gd name="csY107" fmla="*/ 334857 h 1529914"/>
                <a:gd name="csX108" fmla="*/ 6254010 w 6562673"/>
                <a:gd name="csY108" fmla="*/ 307958 h 1529914"/>
                <a:gd name="csX109" fmla="*/ 1996046 w 6562673"/>
                <a:gd name="csY109" fmla="*/ 331531 h 1529914"/>
                <a:gd name="csX110" fmla="*/ 2273623 w 6562673"/>
                <a:gd name="csY110" fmla="*/ 743857 h 1529914"/>
                <a:gd name="csX111" fmla="*/ 1969858 w 6562673"/>
                <a:gd name="csY111" fmla="*/ 1201641 h 1529914"/>
                <a:gd name="csX112" fmla="*/ 2229563 w 6562673"/>
                <a:gd name="csY112" fmla="*/ 1201641 h 1529914"/>
                <a:gd name="csX113" fmla="*/ 2405928 w 6562673"/>
                <a:gd name="csY113" fmla="*/ 927297 h 1529914"/>
                <a:gd name="csX114" fmla="*/ 2582171 w 6562673"/>
                <a:gd name="csY114" fmla="*/ 1201641 h 1529914"/>
                <a:gd name="csX115" fmla="*/ 2846786 w 6562673"/>
                <a:gd name="csY115" fmla="*/ 1201641 h 1529914"/>
                <a:gd name="csX116" fmla="*/ 2534842 w 6562673"/>
                <a:gd name="csY116" fmla="*/ 738877 h 1529914"/>
                <a:gd name="csX117" fmla="*/ 2812420 w 6562673"/>
                <a:gd name="csY117" fmla="*/ 331531 h 1529914"/>
                <a:gd name="csX118" fmla="*/ 2556112 w 6562673"/>
                <a:gd name="csY118" fmla="*/ 331531 h 1529914"/>
                <a:gd name="csX119" fmla="*/ 2409202 w 6562673"/>
                <a:gd name="csY119" fmla="*/ 558804 h 1529914"/>
                <a:gd name="csX120" fmla="*/ 2260533 w 6562673"/>
                <a:gd name="csY120" fmla="*/ 331531 h 1529914"/>
                <a:gd name="csX121" fmla="*/ 2851672 w 6562673"/>
                <a:gd name="csY121" fmla="*/ 331531 h 1529914"/>
                <a:gd name="csX122" fmla="*/ 3147129 w 6562673"/>
                <a:gd name="csY122" fmla="*/ 1147859 h 1529914"/>
                <a:gd name="csX123" fmla="*/ 3156946 w 6562673"/>
                <a:gd name="csY123" fmla="*/ 1201660 h 1529914"/>
                <a:gd name="csX124" fmla="*/ 3134161 w 6562673"/>
                <a:gd name="csY124" fmla="*/ 1272397 h 1529914"/>
                <a:gd name="csX125" fmla="*/ 3067187 w 6562673"/>
                <a:gd name="csY125" fmla="*/ 1309384 h 1529914"/>
                <a:gd name="csX126" fmla="*/ 2998576 w 6562673"/>
                <a:gd name="csY126" fmla="*/ 1307765 h 1529914"/>
                <a:gd name="csX127" fmla="*/ 2931602 w 6562673"/>
                <a:gd name="csY127" fmla="*/ 1301038 h 1529914"/>
                <a:gd name="csX128" fmla="*/ 2931602 w 6562673"/>
                <a:gd name="csY128" fmla="*/ 1497925 h 1529914"/>
                <a:gd name="csX129" fmla="*/ 3001843 w 6562673"/>
                <a:gd name="csY129" fmla="*/ 1502905 h 1529914"/>
                <a:gd name="csX130" fmla="*/ 3073722 w 6562673"/>
                <a:gd name="csY130" fmla="*/ 1506272 h 1529914"/>
                <a:gd name="csX131" fmla="*/ 3259782 w 6562673"/>
                <a:gd name="csY131" fmla="*/ 1460817 h 1529914"/>
                <a:gd name="csX132" fmla="*/ 3364268 w 6562673"/>
                <a:gd name="csY132" fmla="*/ 1309384 h 1529914"/>
                <a:gd name="csX133" fmla="*/ 3717005 w 6562673"/>
                <a:gd name="csY133" fmla="*/ 331546 h 1529914"/>
                <a:gd name="csX134" fmla="*/ 3476940 w 6562673"/>
                <a:gd name="csY134" fmla="*/ 331546 h 1529914"/>
                <a:gd name="csX135" fmla="*/ 3292518 w 6562673"/>
                <a:gd name="csY135" fmla="*/ 927310 h 1529914"/>
                <a:gd name="csX136" fmla="*/ 3289244 w 6562673"/>
                <a:gd name="csY136" fmla="*/ 927310 h 1529914"/>
                <a:gd name="csX137" fmla="*/ 3098151 w 6562673"/>
                <a:gd name="csY137" fmla="*/ 331546 h 1529914"/>
                <a:gd name="csX138" fmla="*/ 435938 w 6562673"/>
                <a:gd name="csY138" fmla="*/ 488067 h 1529914"/>
                <a:gd name="csX139" fmla="*/ 530730 w 6562673"/>
                <a:gd name="csY139" fmla="*/ 511608 h 1529914"/>
                <a:gd name="csX140" fmla="*/ 591030 w 6562673"/>
                <a:gd name="csY140" fmla="*/ 573870 h 1529914"/>
                <a:gd name="csX141" fmla="*/ 625400 w 6562673"/>
                <a:gd name="csY141" fmla="*/ 661414 h 1529914"/>
                <a:gd name="csX142" fmla="*/ 635216 w 6562673"/>
                <a:gd name="csY142" fmla="*/ 764152 h 1529914"/>
                <a:gd name="csX143" fmla="*/ 625400 w 6562673"/>
                <a:gd name="csY143" fmla="*/ 868388 h 1529914"/>
                <a:gd name="csX144" fmla="*/ 592666 w 6562673"/>
                <a:gd name="csY144" fmla="*/ 959299 h 1529914"/>
                <a:gd name="csX145" fmla="*/ 530730 w 6562673"/>
                <a:gd name="csY145" fmla="*/ 1021568 h 1529914"/>
                <a:gd name="csX146" fmla="*/ 435938 w 6562673"/>
                <a:gd name="csY146" fmla="*/ 1045102 h 1529914"/>
                <a:gd name="csX147" fmla="*/ 342905 w 6562673"/>
                <a:gd name="csY147" fmla="*/ 1021568 h 1529914"/>
                <a:gd name="csX148" fmla="*/ 279206 w 6562673"/>
                <a:gd name="csY148" fmla="*/ 957679 h 1529914"/>
                <a:gd name="csX149" fmla="*/ 243329 w 6562673"/>
                <a:gd name="csY149" fmla="*/ 866769 h 1529914"/>
                <a:gd name="csX150" fmla="*/ 231873 w 6562673"/>
                <a:gd name="csY150" fmla="*/ 765772 h 1529914"/>
                <a:gd name="csX151" fmla="*/ 241692 w 6562673"/>
                <a:gd name="csY151" fmla="*/ 663155 h 1529914"/>
                <a:gd name="csX152" fmla="*/ 275933 w 6562673"/>
                <a:gd name="csY152" fmla="*/ 573864 h 1529914"/>
                <a:gd name="csX153" fmla="*/ 339632 w 6562673"/>
                <a:gd name="csY153" fmla="*/ 511595 h 1529914"/>
                <a:gd name="csX154" fmla="*/ 435932 w 6562673"/>
                <a:gd name="csY154" fmla="*/ 488061 h 1529914"/>
                <a:gd name="csX155" fmla="*/ 1456888 w 6562673"/>
                <a:gd name="csY155" fmla="*/ 488067 h 1529914"/>
                <a:gd name="csX156" fmla="*/ 1554826 w 6562673"/>
                <a:gd name="csY156" fmla="*/ 513349 h 1529914"/>
                <a:gd name="csX157" fmla="*/ 1618526 w 6562673"/>
                <a:gd name="csY157" fmla="*/ 575618 h 1529914"/>
                <a:gd name="csX158" fmla="*/ 1652764 w 6562673"/>
                <a:gd name="csY158" fmla="*/ 664781 h 1529914"/>
                <a:gd name="csX159" fmla="*/ 1662587 w 6562673"/>
                <a:gd name="csY159" fmla="*/ 767519 h 1529914"/>
                <a:gd name="csX160" fmla="*/ 1652764 w 6562673"/>
                <a:gd name="csY160" fmla="*/ 870136 h 1529914"/>
                <a:gd name="csX161" fmla="*/ 1618526 w 6562673"/>
                <a:gd name="csY161" fmla="*/ 959299 h 1529914"/>
                <a:gd name="csX162" fmla="*/ 1554826 w 6562673"/>
                <a:gd name="csY162" fmla="*/ 1021561 h 1529914"/>
                <a:gd name="csX163" fmla="*/ 1456888 w 6562673"/>
                <a:gd name="csY163" fmla="*/ 1045102 h 1529914"/>
                <a:gd name="csX164" fmla="*/ 1358951 w 6562673"/>
                <a:gd name="csY164" fmla="*/ 1021561 h 1529914"/>
                <a:gd name="csX165" fmla="*/ 1295251 w 6562673"/>
                <a:gd name="csY165" fmla="*/ 959299 h 1529914"/>
                <a:gd name="csX166" fmla="*/ 1262521 w 6562673"/>
                <a:gd name="csY166" fmla="*/ 870136 h 1529914"/>
                <a:gd name="csX167" fmla="*/ 1252705 w 6562673"/>
                <a:gd name="csY167" fmla="*/ 767519 h 1529914"/>
                <a:gd name="csX168" fmla="*/ 1262521 w 6562673"/>
                <a:gd name="csY168" fmla="*/ 664781 h 1529914"/>
                <a:gd name="csX169" fmla="*/ 1295251 w 6562673"/>
                <a:gd name="csY169" fmla="*/ 575618 h 1529914"/>
                <a:gd name="csX170" fmla="*/ 1358951 w 6562673"/>
                <a:gd name="csY170" fmla="*/ 513349 h 1529914"/>
                <a:gd name="csX171" fmla="*/ 1456888 w 6562673"/>
                <a:gd name="csY171" fmla="*/ 488067 h 1529914"/>
                <a:gd name="csX172" fmla="*/ 4202756 w 6562673"/>
                <a:gd name="csY172" fmla="*/ 488067 h 1529914"/>
                <a:gd name="csX173" fmla="*/ 4297426 w 6562673"/>
                <a:gd name="csY173" fmla="*/ 509988 h 1529914"/>
                <a:gd name="csX174" fmla="*/ 4357852 w 6562673"/>
                <a:gd name="csY174" fmla="*/ 568891 h 1529914"/>
                <a:gd name="csX175" fmla="*/ 4390582 w 6562673"/>
                <a:gd name="csY175" fmla="*/ 654694 h 1529914"/>
                <a:gd name="csX176" fmla="*/ 4400275 w 6562673"/>
                <a:gd name="csY176" fmla="*/ 755691 h 1529914"/>
                <a:gd name="csX177" fmla="*/ 4387307 w 6562673"/>
                <a:gd name="csY177" fmla="*/ 846601 h 1529914"/>
                <a:gd name="csX178" fmla="*/ 4351303 w 6562673"/>
                <a:gd name="csY178" fmla="*/ 922317 h 1529914"/>
                <a:gd name="csX179" fmla="*/ 4289247 w 6562673"/>
                <a:gd name="csY179" fmla="*/ 976119 h 1529914"/>
                <a:gd name="csX180" fmla="*/ 4202756 w 6562673"/>
                <a:gd name="csY180" fmla="*/ 996414 h 1529914"/>
                <a:gd name="csX181" fmla="*/ 4112998 w 6562673"/>
                <a:gd name="csY181" fmla="*/ 972752 h 1529914"/>
                <a:gd name="csX182" fmla="*/ 4054209 w 6562673"/>
                <a:gd name="csY182" fmla="*/ 912231 h 1529914"/>
                <a:gd name="csX183" fmla="*/ 4023117 w 6562673"/>
                <a:gd name="csY183" fmla="*/ 829788 h 1529914"/>
                <a:gd name="csX184" fmla="*/ 4014937 w 6562673"/>
                <a:gd name="csY184" fmla="*/ 735517 h 1529914"/>
                <a:gd name="csX185" fmla="*/ 4024754 w 6562673"/>
                <a:gd name="csY185" fmla="*/ 642987 h 1529914"/>
                <a:gd name="csX186" fmla="*/ 4059121 w 6562673"/>
                <a:gd name="csY186" fmla="*/ 563783 h 1529914"/>
                <a:gd name="csX187" fmla="*/ 4117909 w 6562673"/>
                <a:gd name="csY187" fmla="*/ 508241 h 1529914"/>
                <a:gd name="csX188" fmla="*/ 4202756 w 6562673"/>
                <a:gd name="csY188" fmla="*/ 488067 h 1529914"/>
                <a:gd name="csX189" fmla="*/ 5204048 w 6562673"/>
                <a:gd name="csY189" fmla="*/ 488067 h 1529914"/>
                <a:gd name="csX190" fmla="*/ 5329811 w 6562673"/>
                <a:gd name="csY190" fmla="*/ 535270 h 1529914"/>
                <a:gd name="csX191" fmla="*/ 5388600 w 6562673"/>
                <a:gd name="csY191" fmla="*/ 673255 h 1529914"/>
                <a:gd name="csX192" fmla="*/ 5011318 w 6562673"/>
                <a:gd name="csY192" fmla="*/ 673255 h 1529914"/>
                <a:gd name="csX193" fmla="*/ 5021141 w 6562673"/>
                <a:gd name="csY193" fmla="*/ 615965 h 1529914"/>
                <a:gd name="csX194" fmla="*/ 5052234 w 6562673"/>
                <a:gd name="csY194" fmla="*/ 555444 h 1529914"/>
                <a:gd name="csX195" fmla="*/ 5111022 w 6562673"/>
                <a:gd name="csY195" fmla="*/ 508248 h 1529914"/>
                <a:gd name="csX196" fmla="*/ 5204055 w 6562673"/>
                <a:gd name="csY196" fmla="*/ 488074 h 15299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</a:cxnLst>
              <a:rect l="l" t="t" r="r" b="b"/>
              <a:pathLst>
                <a:path w="6562673" h="1529914">
                  <a:moveTo>
                    <a:pt x="627044" y="22"/>
                  </a:moveTo>
                  <a:lnTo>
                    <a:pt x="627044" y="437633"/>
                  </a:lnTo>
                  <a:lnTo>
                    <a:pt x="623769" y="437633"/>
                  </a:lnTo>
                  <a:cubicBezTo>
                    <a:pt x="597646" y="394998"/>
                    <a:pt x="561731" y="362937"/>
                    <a:pt x="516010" y="341615"/>
                  </a:cubicBezTo>
                  <a:cubicBezTo>
                    <a:pt x="471380" y="319176"/>
                    <a:pt x="423957" y="307991"/>
                    <a:pt x="373883" y="307991"/>
                  </a:cubicBezTo>
                  <a:cubicBezTo>
                    <a:pt x="311835" y="307991"/>
                    <a:pt x="257414" y="320916"/>
                    <a:pt x="210608" y="346721"/>
                  </a:cubicBezTo>
                  <a:cubicBezTo>
                    <a:pt x="163800" y="371405"/>
                    <a:pt x="124600" y="404460"/>
                    <a:pt x="93031" y="445973"/>
                  </a:cubicBezTo>
                  <a:cubicBezTo>
                    <a:pt x="62551" y="487487"/>
                    <a:pt x="39240" y="535824"/>
                    <a:pt x="22911" y="590805"/>
                  </a:cubicBezTo>
                  <a:cubicBezTo>
                    <a:pt x="7672" y="644658"/>
                    <a:pt x="0" y="700704"/>
                    <a:pt x="0" y="759051"/>
                  </a:cubicBezTo>
                  <a:cubicBezTo>
                    <a:pt x="0" y="819637"/>
                    <a:pt x="7671" y="877921"/>
                    <a:pt x="22911" y="934018"/>
                  </a:cubicBezTo>
                  <a:cubicBezTo>
                    <a:pt x="39240" y="990114"/>
                    <a:pt x="62551" y="1040071"/>
                    <a:pt x="93031" y="1083830"/>
                  </a:cubicBezTo>
                  <a:cubicBezTo>
                    <a:pt x="124599" y="1126461"/>
                    <a:pt x="164349" y="1160764"/>
                    <a:pt x="212245" y="1186568"/>
                  </a:cubicBezTo>
                  <a:cubicBezTo>
                    <a:pt x="260141" y="1211250"/>
                    <a:pt x="315655" y="1223556"/>
                    <a:pt x="378794" y="1223556"/>
                  </a:cubicBezTo>
                  <a:cubicBezTo>
                    <a:pt x="434310" y="1223556"/>
                    <a:pt x="483925" y="1213488"/>
                    <a:pt x="527464" y="1193289"/>
                  </a:cubicBezTo>
                  <a:cubicBezTo>
                    <a:pt x="572094" y="1171973"/>
                    <a:pt x="608012" y="1137676"/>
                    <a:pt x="635223" y="1090551"/>
                  </a:cubicBezTo>
                  <a:lnTo>
                    <a:pt x="638497" y="1090551"/>
                  </a:lnTo>
                  <a:lnTo>
                    <a:pt x="638497" y="1201641"/>
                  </a:lnTo>
                  <a:lnTo>
                    <a:pt x="858923" y="1201641"/>
                  </a:lnTo>
                  <a:lnTo>
                    <a:pt x="858923" y="0"/>
                  </a:lnTo>
                  <a:close/>
                  <a:moveTo>
                    <a:pt x="1456888" y="307994"/>
                  </a:moveTo>
                  <a:cubicBezTo>
                    <a:pt x="1390488" y="307994"/>
                    <a:pt x="1330584" y="319178"/>
                    <a:pt x="1277249" y="341618"/>
                  </a:cubicBezTo>
                  <a:cubicBezTo>
                    <a:pt x="1223907" y="362935"/>
                    <a:pt x="1178260" y="393879"/>
                    <a:pt x="1140155" y="434266"/>
                  </a:cubicBezTo>
                  <a:cubicBezTo>
                    <a:pt x="1102056" y="473536"/>
                    <a:pt x="1072588" y="521752"/>
                    <a:pt x="1051911" y="578971"/>
                  </a:cubicBezTo>
                  <a:cubicBezTo>
                    <a:pt x="1031228" y="635075"/>
                    <a:pt x="1020941" y="697949"/>
                    <a:pt x="1020941" y="767512"/>
                  </a:cubicBezTo>
                  <a:cubicBezTo>
                    <a:pt x="1020941" y="837075"/>
                    <a:pt x="1031228" y="899829"/>
                    <a:pt x="1051911" y="955932"/>
                  </a:cubicBezTo>
                  <a:cubicBezTo>
                    <a:pt x="1072595" y="1012035"/>
                    <a:pt x="1102056" y="1060251"/>
                    <a:pt x="1140155" y="1100638"/>
                  </a:cubicBezTo>
                  <a:cubicBezTo>
                    <a:pt x="1178254" y="1139908"/>
                    <a:pt x="1223907" y="1170226"/>
                    <a:pt x="1277249" y="1191548"/>
                  </a:cubicBezTo>
                  <a:cubicBezTo>
                    <a:pt x="1330591" y="1212870"/>
                    <a:pt x="1390488" y="1223556"/>
                    <a:pt x="1456888" y="1223556"/>
                  </a:cubicBezTo>
                  <a:cubicBezTo>
                    <a:pt x="1523289" y="1223556"/>
                    <a:pt x="1583192" y="1212870"/>
                    <a:pt x="1636528" y="1191548"/>
                  </a:cubicBezTo>
                  <a:cubicBezTo>
                    <a:pt x="1690953" y="1170233"/>
                    <a:pt x="1737154" y="1139908"/>
                    <a:pt x="1775252" y="1100638"/>
                  </a:cubicBezTo>
                  <a:cubicBezTo>
                    <a:pt x="1813351" y="1060251"/>
                    <a:pt x="1842819" y="1012029"/>
                    <a:pt x="1863496" y="955932"/>
                  </a:cubicBezTo>
                  <a:cubicBezTo>
                    <a:pt x="1884179" y="899835"/>
                    <a:pt x="1894466" y="837075"/>
                    <a:pt x="1894466" y="767512"/>
                  </a:cubicBezTo>
                  <a:cubicBezTo>
                    <a:pt x="1894466" y="697949"/>
                    <a:pt x="1884179" y="635068"/>
                    <a:pt x="1863496" y="578971"/>
                  </a:cubicBezTo>
                  <a:cubicBezTo>
                    <a:pt x="1842813" y="521752"/>
                    <a:pt x="1813351" y="473536"/>
                    <a:pt x="1775252" y="434266"/>
                  </a:cubicBezTo>
                  <a:cubicBezTo>
                    <a:pt x="1737154" y="393877"/>
                    <a:pt x="1690953" y="362933"/>
                    <a:pt x="1636528" y="341618"/>
                  </a:cubicBezTo>
                  <a:cubicBezTo>
                    <a:pt x="1583186" y="319178"/>
                    <a:pt x="1523289" y="307994"/>
                    <a:pt x="1456888" y="307994"/>
                  </a:cubicBezTo>
                  <a:close/>
                  <a:moveTo>
                    <a:pt x="4145586" y="307994"/>
                  </a:moveTo>
                  <a:cubicBezTo>
                    <a:pt x="4086803" y="307994"/>
                    <a:pt x="4034576" y="319800"/>
                    <a:pt x="3988859" y="343361"/>
                  </a:cubicBezTo>
                  <a:cubicBezTo>
                    <a:pt x="3944231" y="366923"/>
                    <a:pt x="3906667" y="398861"/>
                    <a:pt x="3876194" y="439252"/>
                  </a:cubicBezTo>
                  <a:cubicBezTo>
                    <a:pt x="3845713" y="478522"/>
                    <a:pt x="3822278" y="524500"/>
                    <a:pt x="3805952" y="577237"/>
                  </a:cubicBezTo>
                  <a:cubicBezTo>
                    <a:pt x="3790715" y="628845"/>
                    <a:pt x="3783167" y="682780"/>
                    <a:pt x="3783167" y="738884"/>
                  </a:cubicBezTo>
                  <a:cubicBezTo>
                    <a:pt x="3783167" y="798347"/>
                    <a:pt x="3789619" y="855018"/>
                    <a:pt x="3802677" y="908870"/>
                  </a:cubicBezTo>
                  <a:cubicBezTo>
                    <a:pt x="3816832" y="961601"/>
                    <a:pt x="3838624" y="1008082"/>
                    <a:pt x="3868015" y="1048475"/>
                  </a:cubicBezTo>
                  <a:cubicBezTo>
                    <a:pt x="3897405" y="1087745"/>
                    <a:pt x="3934963" y="1119186"/>
                    <a:pt x="3980680" y="1142745"/>
                  </a:cubicBezTo>
                  <a:cubicBezTo>
                    <a:pt x="4026397" y="1165183"/>
                    <a:pt x="4080816" y="1176494"/>
                    <a:pt x="4143955" y="1176494"/>
                  </a:cubicBezTo>
                  <a:cubicBezTo>
                    <a:pt x="4195119" y="1176494"/>
                    <a:pt x="4243511" y="1165808"/>
                    <a:pt x="4289228" y="1144486"/>
                  </a:cubicBezTo>
                  <a:cubicBezTo>
                    <a:pt x="4336034" y="1122048"/>
                    <a:pt x="4371948" y="1087752"/>
                    <a:pt x="4396988" y="1041748"/>
                  </a:cubicBezTo>
                  <a:lnTo>
                    <a:pt x="4400263" y="1041748"/>
                  </a:lnTo>
                  <a:lnTo>
                    <a:pt x="4400263" y="1156192"/>
                  </a:lnTo>
                  <a:cubicBezTo>
                    <a:pt x="4401352" y="1217907"/>
                    <a:pt x="4386682" y="1268979"/>
                    <a:pt x="4356202" y="1309365"/>
                  </a:cubicBezTo>
                  <a:cubicBezTo>
                    <a:pt x="4326811" y="1349758"/>
                    <a:pt x="4279514" y="1370015"/>
                    <a:pt x="4214203" y="1370015"/>
                  </a:cubicBezTo>
                  <a:cubicBezTo>
                    <a:pt x="4172837" y="1370015"/>
                    <a:pt x="4136375" y="1360941"/>
                    <a:pt x="4104806" y="1342993"/>
                  </a:cubicBezTo>
                  <a:cubicBezTo>
                    <a:pt x="4073236" y="1326160"/>
                    <a:pt x="4051992" y="1295344"/>
                    <a:pt x="4041106" y="1250463"/>
                  </a:cubicBezTo>
                  <a:lnTo>
                    <a:pt x="3810857" y="1250463"/>
                  </a:lnTo>
                  <a:cubicBezTo>
                    <a:pt x="3814125" y="1299827"/>
                    <a:pt x="3827151" y="1341960"/>
                    <a:pt x="3850006" y="1376741"/>
                  </a:cubicBezTo>
                  <a:cubicBezTo>
                    <a:pt x="3873957" y="1412645"/>
                    <a:pt x="3903419" y="1441727"/>
                    <a:pt x="3938250" y="1464164"/>
                  </a:cubicBezTo>
                  <a:cubicBezTo>
                    <a:pt x="3974177" y="1486601"/>
                    <a:pt x="4013378" y="1502880"/>
                    <a:pt x="4055827" y="1512979"/>
                  </a:cubicBezTo>
                  <a:cubicBezTo>
                    <a:pt x="4099372" y="1524201"/>
                    <a:pt x="4141731" y="1529914"/>
                    <a:pt x="4183098" y="1529914"/>
                  </a:cubicBezTo>
                  <a:cubicBezTo>
                    <a:pt x="4279979" y="1529914"/>
                    <a:pt x="4357285" y="1516371"/>
                    <a:pt x="4414984" y="1489445"/>
                  </a:cubicBezTo>
                  <a:cubicBezTo>
                    <a:pt x="4472683" y="1462513"/>
                    <a:pt x="4516808" y="1429459"/>
                    <a:pt x="4547288" y="1390189"/>
                  </a:cubicBezTo>
                  <a:cubicBezTo>
                    <a:pt x="4577769" y="1352047"/>
                    <a:pt x="4597369" y="1310532"/>
                    <a:pt x="4606077" y="1265657"/>
                  </a:cubicBezTo>
                  <a:cubicBezTo>
                    <a:pt x="4615874" y="1220782"/>
                    <a:pt x="4620682" y="1180887"/>
                    <a:pt x="4620682" y="1146105"/>
                  </a:cubicBezTo>
                  <a:lnTo>
                    <a:pt x="4620682" y="331563"/>
                  </a:lnTo>
                  <a:lnTo>
                    <a:pt x="4400256" y="331563"/>
                  </a:lnTo>
                  <a:lnTo>
                    <a:pt x="4400256" y="447751"/>
                  </a:lnTo>
                  <a:lnTo>
                    <a:pt x="4396982" y="447751"/>
                  </a:lnTo>
                  <a:cubicBezTo>
                    <a:pt x="4368680" y="397265"/>
                    <a:pt x="4333314" y="361352"/>
                    <a:pt x="4290858" y="340031"/>
                  </a:cubicBezTo>
                  <a:cubicBezTo>
                    <a:pt x="4249498" y="318713"/>
                    <a:pt x="4201100" y="308026"/>
                    <a:pt x="4145586" y="308026"/>
                  </a:cubicBezTo>
                  <a:close/>
                  <a:moveTo>
                    <a:pt x="5210559" y="307994"/>
                  </a:moveTo>
                  <a:cubicBezTo>
                    <a:pt x="5146336" y="307994"/>
                    <a:pt x="5087529" y="319800"/>
                    <a:pt x="5034193" y="343361"/>
                  </a:cubicBezTo>
                  <a:cubicBezTo>
                    <a:pt x="4981940" y="366923"/>
                    <a:pt x="4936713" y="399482"/>
                    <a:pt x="4898614" y="440993"/>
                  </a:cubicBezTo>
                  <a:cubicBezTo>
                    <a:pt x="4860516" y="481385"/>
                    <a:pt x="4831176" y="529601"/>
                    <a:pt x="4810493" y="585698"/>
                  </a:cubicBezTo>
                  <a:cubicBezTo>
                    <a:pt x="4789810" y="641795"/>
                    <a:pt x="4779523" y="702444"/>
                    <a:pt x="4779523" y="767519"/>
                  </a:cubicBezTo>
                  <a:cubicBezTo>
                    <a:pt x="4779523" y="834837"/>
                    <a:pt x="4789261" y="896475"/>
                    <a:pt x="4808855" y="952572"/>
                  </a:cubicBezTo>
                  <a:cubicBezTo>
                    <a:pt x="4829539" y="1008669"/>
                    <a:pt x="4858330" y="1056891"/>
                    <a:pt x="4895340" y="1097277"/>
                  </a:cubicBezTo>
                  <a:cubicBezTo>
                    <a:pt x="4932349" y="1137670"/>
                    <a:pt x="4977583" y="1169110"/>
                    <a:pt x="5030919" y="1191548"/>
                  </a:cubicBezTo>
                  <a:cubicBezTo>
                    <a:pt x="5084261" y="1212863"/>
                    <a:pt x="5144158" y="1223549"/>
                    <a:pt x="5210559" y="1223549"/>
                  </a:cubicBezTo>
                  <a:cubicBezTo>
                    <a:pt x="5306350" y="1223549"/>
                    <a:pt x="5387916" y="1201061"/>
                    <a:pt x="5455406" y="1156180"/>
                  </a:cubicBezTo>
                  <a:cubicBezTo>
                    <a:pt x="5522896" y="1111305"/>
                    <a:pt x="5573061" y="1036736"/>
                    <a:pt x="5605713" y="932392"/>
                  </a:cubicBezTo>
                  <a:lnTo>
                    <a:pt x="5401523" y="932392"/>
                  </a:lnTo>
                  <a:cubicBezTo>
                    <a:pt x="5393904" y="959324"/>
                    <a:pt x="5373208" y="985173"/>
                    <a:pt x="5339460" y="1009848"/>
                  </a:cubicBezTo>
                  <a:cubicBezTo>
                    <a:pt x="5305718" y="1033414"/>
                    <a:pt x="5265544" y="1045095"/>
                    <a:pt x="5218738" y="1045095"/>
                  </a:cubicBezTo>
                  <a:cubicBezTo>
                    <a:pt x="5153426" y="1045095"/>
                    <a:pt x="5103262" y="1027695"/>
                    <a:pt x="5068431" y="992914"/>
                  </a:cubicBezTo>
                  <a:cubicBezTo>
                    <a:pt x="5033600" y="958132"/>
                    <a:pt x="5014547" y="902086"/>
                    <a:pt x="5011280" y="824668"/>
                  </a:cubicBezTo>
                  <a:lnTo>
                    <a:pt x="5620318" y="824668"/>
                  </a:lnTo>
                  <a:cubicBezTo>
                    <a:pt x="5624675" y="757349"/>
                    <a:pt x="5619319" y="692855"/>
                    <a:pt x="5604076" y="631141"/>
                  </a:cubicBezTo>
                  <a:cubicBezTo>
                    <a:pt x="5588839" y="569433"/>
                    <a:pt x="5563760" y="514503"/>
                    <a:pt x="5528923" y="466261"/>
                  </a:cubicBezTo>
                  <a:cubicBezTo>
                    <a:pt x="5495180" y="418013"/>
                    <a:pt x="5451597" y="379866"/>
                    <a:pt x="5398261" y="351817"/>
                  </a:cubicBezTo>
                  <a:cubicBezTo>
                    <a:pt x="5344919" y="322646"/>
                    <a:pt x="5282405" y="307982"/>
                    <a:pt x="5210559" y="307982"/>
                  </a:cubicBezTo>
                  <a:close/>
                  <a:moveTo>
                    <a:pt x="6254004" y="307994"/>
                  </a:moveTo>
                  <a:cubicBezTo>
                    <a:pt x="6205018" y="307994"/>
                    <a:pt x="6157175" y="319800"/>
                    <a:pt x="6110368" y="343361"/>
                  </a:cubicBezTo>
                  <a:cubicBezTo>
                    <a:pt x="6063562" y="365801"/>
                    <a:pt x="6025456" y="402213"/>
                    <a:pt x="5996065" y="452699"/>
                  </a:cubicBezTo>
                  <a:lnTo>
                    <a:pt x="5991154" y="452699"/>
                  </a:lnTo>
                  <a:lnTo>
                    <a:pt x="5991154" y="331527"/>
                  </a:lnTo>
                  <a:lnTo>
                    <a:pt x="5770728" y="331527"/>
                  </a:lnTo>
                  <a:lnTo>
                    <a:pt x="5770728" y="1201609"/>
                  </a:lnTo>
                  <a:lnTo>
                    <a:pt x="6002614" y="1201609"/>
                  </a:lnTo>
                  <a:lnTo>
                    <a:pt x="6002614" y="745572"/>
                  </a:lnTo>
                  <a:cubicBezTo>
                    <a:pt x="6002614" y="656938"/>
                    <a:pt x="6016736" y="593560"/>
                    <a:pt x="6045038" y="555412"/>
                  </a:cubicBezTo>
                  <a:cubicBezTo>
                    <a:pt x="6073339" y="516141"/>
                    <a:pt x="6119121" y="496509"/>
                    <a:pt x="6182254" y="496509"/>
                  </a:cubicBezTo>
                  <a:cubicBezTo>
                    <a:pt x="6237774" y="496509"/>
                    <a:pt x="6276421" y="514401"/>
                    <a:pt x="6298193" y="550304"/>
                  </a:cubicBezTo>
                  <a:cubicBezTo>
                    <a:pt x="6319966" y="585086"/>
                    <a:pt x="6330800" y="638397"/>
                    <a:pt x="6330800" y="710204"/>
                  </a:cubicBezTo>
                  <a:lnTo>
                    <a:pt x="6330800" y="1201609"/>
                  </a:lnTo>
                  <a:lnTo>
                    <a:pt x="6562674" y="1201609"/>
                  </a:lnTo>
                  <a:lnTo>
                    <a:pt x="6562674" y="666490"/>
                  </a:lnTo>
                  <a:cubicBezTo>
                    <a:pt x="6562674" y="612637"/>
                    <a:pt x="6557775" y="563796"/>
                    <a:pt x="6547978" y="520037"/>
                  </a:cubicBezTo>
                  <a:cubicBezTo>
                    <a:pt x="6539277" y="475156"/>
                    <a:pt x="6523486" y="437626"/>
                    <a:pt x="6500605" y="407334"/>
                  </a:cubicBezTo>
                  <a:cubicBezTo>
                    <a:pt x="6477788" y="375918"/>
                    <a:pt x="6446205" y="351685"/>
                    <a:pt x="6405954" y="334857"/>
                  </a:cubicBezTo>
                  <a:cubicBezTo>
                    <a:pt x="6366766" y="316905"/>
                    <a:pt x="6316053" y="307958"/>
                    <a:pt x="6254010" y="307958"/>
                  </a:cubicBezTo>
                  <a:close/>
                  <a:moveTo>
                    <a:pt x="1996046" y="331531"/>
                  </a:moveTo>
                  <a:lnTo>
                    <a:pt x="2273623" y="743857"/>
                  </a:lnTo>
                  <a:lnTo>
                    <a:pt x="1969858" y="1201641"/>
                  </a:lnTo>
                  <a:lnTo>
                    <a:pt x="2229563" y="1201641"/>
                  </a:lnTo>
                  <a:lnTo>
                    <a:pt x="2405928" y="927297"/>
                  </a:lnTo>
                  <a:lnTo>
                    <a:pt x="2582171" y="1201641"/>
                  </a:lnTo>
                  <a:lnTo>
                    <a:pt x="2846786" y="1201641"/>
                  </a:lnTo>
                  <a:lnTo>
                    <a:pt x="2534842" y="738877"/>
                  </a:lnTo>
                  <a:lnTo>
                    <a:pt x="2812420" y="331531"/>
                  </a:lnTo>
                  <a:lnTo>
                    <a:pt x="2556112" y="331531"/>
                  </a:lnTo>
                  <a:lnTo>
                    <a:pt x="2409202" y="558804"/>
                  </a:lnTo>
                  <a:lnTo>
                    <a:pt x="2260533" y="331531"/>
                  </a:lnTo>
                  <a:close/>
                  <a:moveTo>
                    <a:pt x="2851672" y="331531"/>
                  </a:moveTo>
                  <a:lnTo>
                    <a:pt x="3147129" y="1147859"/>
                  </a:lnTo>
                  <a:cubicBezTo>
                    <a:pt x="3153658" y="1164692"/>
                    <a:pt x="3156946" y="1182583"/>
                    <a:pt x="3156946" y="1201660"/>
                  </a:cubicBezTo>
                  <a:cubicBezTo>
                    <a:pt x="3156946" y="1227464"/>
                    <a:pt x="3149404" y="1251075"/>
                    <a:pt x="3134161" y="1272397"/>
                  </a:cubicBezTo>
                  <a:cubicBezTo>
                    <a:pt x="3120013" y="1293712"/>
                    <a:pt x="3097674" y="1306018"/>
                    <a:pt x="3067187" y="1309384"/>
                  </a:cubicBezTo>
                  <a:cubicBezTo>
                    <a:pt x="3044325" y="1310507"/>
                    <a:pt x="3021437" y="1310009"/>
                    <a:pt x="2998576" y="1307765"/>
                  </a:cubicBezTo>
                  <a:cubicBezTo>
                    <a:pt x="2975714" y="1305521"/>
                    <a:pt x="2953374" y="1303282"/>
                    <a:pt x="2931602" y="1301038"/>
                  </a:cubicBezTo>
                  <a:lnTo>
                    <a:pt x="2931602" y="1497925"/>
                  </a:lnTo>
                  <a:cubicBezTo>
                    <a:pt x="2955553" y="1500170"/>
                    <a:pt x="2978988" y="1501783"/>
                    <a:pt x="3001843" y="1502905"/>
                  </a:cubicBezTo>
                  <a:cubicBezTo>
                    <a:pt x="3025795" y="1505149"/>
                    <a:pt x="3049778" y="1506272"/>
                    <a:pt x="3073722" y="1506272"/>
                  </a:cubicBezTo>
                  <a:cubicBezTo>
                    <a:pt x="3153188" y="1506272"/>
                    <a:pt x="3215154" y="1491109"/>
                    <a:pt x="3259782" y="1460817"/>
                  </a:cubicBezTo>
                  <a:cubicBezTo>
                    <a:pt x="3304416" y="1430524"/>
                    <a:pt x="3339228" y="1380070"/>
                    <a:pt x="3364268" y="1309384"/>
                  </a:cubicBezTo>
                  <a:lnTo>
                    <a:pt x="3717005" y="331546"/>
                  </a:lnTo>
                  <a:lnTo>
                    <a:pt x="3476940" y="331546"/>
                  </a:lnTo>
                  <a:lnTo>
                    <a:pt x="3292518" y="927310"/>
                  </a:lnTo>
                  <a:lnTo>
                    <a:pt x="3289244" y="927310"/>
                  </a:lnTo>
                  <a:lnTo>
                    <a:pt x="3098151" y="331546"/>
                  </a:lnTo>
                  <a:close/>
                  <a:moveTo>
                    <a:pt x="435938" y="488067"/>
                  </a:moveTo>
                  <a:cubicBezTo>
                    <a:pt x="474037" y="488067"/>
                    <a:pt x="505696" y="495897"/>
                    <a:pt x="530730" y="511608"/>
                  </a:cubicBezTo>
                  <a:cubicBezTo>
                    <a:pt x="555764" y="527312"/>
                    <a:pt x="575790" y="548066"/>
                    <a:pt x="591030" y="573870"/>
                  </a:cubicBezTo>
                  <a:cubicBezTo>
                    <a:pt x="607358" y="598559"/>
                    <a:pt x="618864" y="627761"/>
                    <a:pt x="625400" y="661414"/>
                  </a:cubicBezTo>
                  <a:cubicBezTo>
                    <a:pt x="631929" y="693951"/>
                    <a:pt x="635216" y="728248"/>
                    <a:pt x="635216" y="764152"/>
                  </a:cubicBezTo>
                  <a:cubicBezTo>
                    <a:pt x="635216" y="800056"/>
                    <a:pt x="631929" y="834729"/>
                    <a:pt x="625400" y="868388"/>
                  </a:cubicBezTo>
                  <a:cubicBezTo>
                    <a:pt x="618864" y="902048"/>
                    <a:pt x="607906" y="932373"/>
                    <a:pt x="592666" y="959299"/>
                  </a:cubicBezTo>
                  <a:cubicBezTo>
                    <a:pt x="577427" y="985109"/>
                    <a:pt x="556856" y="1005857"/>
                    <a:pt x="530730" y="1021568"/>
                  </a:cubicBezTo>
                  <a:cubicBezTo>
                    <a:pt x="505694" y="1037272"/>
                    <a:pt x="474037" y="1045102"/>
                    <a:pt x="435938" y="1045102"/>
                  </a:cubicBezTo>
                  <a:cubicBezTo>
                    <a:pt x="400015" y="1045102"/>
                    <a:pt x="369034" y="1037272"/>
                    <a:pt x="342905" y="1021568"/>
                  </a:cubicBezTo>
                  <a:cubicBezTo>
                    <a:pt x="317868" y="1004741"/>
                    <a:pt x="296623" y="983490"/>
                    <a:pt x="279206" y="957679"/>
                  </a:cubicBezTo>
                  <a:cubicBezTo>
                    <a:pt x="262878" y="930753"/>
                    <a:pt x="250948" y="900428"/>
                    <a:pt x="243329" y="866769"/>
                  </a:cubicBezTo>
                  <a:cubicBezTo>
                    <a:pt x="235709" y="833110"/>
                    <a:pt x="231873" y="799431"/>
                    <a:pt x="231873" y="765772"/>
                  </a:cubicBezTo>
                  <a:cubicBezTo>
                    <a:pt x="231873" y="729868"/>
                    <a:pt x="235161" y="695692"/>
                    <a:pt x="241692" y="663155"/>
                  </a:cubicBezTo>
                  <a:cubicBezTo>
                    <a:pt x="249312" y="629496"/>
                    <a:pt x="260694" y="599668"/>
                    <a:pt x="275933" y="573864"/>
                  </a:cubicBezTo>
                  <a:cubicBezTo>
                    <a:pt x="292261" y="548060"/>
                    <a:pt x="313507" y="527306"/>
                    <a:pt x="339632" y="511595"/>
                  </a:cubicBezTo>
                  <a:cubicBezTo>
                    <a:pt x="365757" y="495891"/>
                    <a:pt x="397836" y="488061"/>
                    <a:pt x="435932" y="488061"/>
                  </a:cubicBezTo>
                  <a:close/>
                  <a:moveTo>
                    <a:pt x="1456888" y="488067"/>
                  </a:moveTo>
                  <a:cubicBezTo>
                    <a:pt x="1496076" y="488067"/>
                    <a:pt x="1528703" y="496522"/>
                    <a:pt x="1554826" y="513349"/>
                  </a:cubicBezTo>
                  <a:cubicBezTo>
                    <a:pt x="1582039" y="529059"/>
                    <a:pt x="1603283" y="549813"/>
                    <a:pt x="1618526" y="575618"/>
                  </a:cubicBezTo>
                  <a:cubicBezTo>
                    <a:pt x="1634852" y="601422"/>
                    <a:pt x="1646235" y="631121"/>
                    <a:pt x="1652764" y="664781"/>
                  </a:cubicBezTo>
                  <a:cubicBezTo>
                    <a:pt x="1659300" y="698440"/>
                    <a:pt x="1662587" y="732737"/>
                    <a:pt x="1662587" y="767519"/>
                  </a:cubicBezTo>
                  <a:cubicBezTo>
                    <a:pt x="1662587" y="802300"/>
                    <a:pt x="1659300" y="836476"/>
                    <a:pt x="1652764" y="870136"/>
                  </a:cubicBezTo>
                  <a:cubicBezTo>
                    <a:pt x="1646235" y="902673"/>
                    <a:pt x="1634852" y="932373"/>
                    <a:pt x="1618526" y="959299"/>
                  </a:cubicBezTo>
                  <a:cubicBezTo>
                    <a:pt x="1603283" y="985103"/>
                    <a:pt x="1582039" y="1005857"/>
                    <a:pt x="1554826" y="1021561"/>
                  </a:cubicBezTo>
                  <a:cubicBezTo>
                    <a:pt x="1528703" y="1037272"/>
                    <a:pt x="1496076" y="1045102"/>
                    <a:pt x="1456888" y="1045102"/>
                  </a:cubicBezTo>
                  <a:cubicBezTo>
                    <a:pt x="1417700" y="1045102"/>
                    <a:pt x="1385074" y="1037272"/>
                    <a:pt x="1358951" y="1021561"/>
                  </a:cubicBezTo>
                  <a:cubicBezTo>
                    <a:pt x="1332827" y="1005857"/>
                    <a:pt x="1311577" y="985103"/>
                    <a:pt x="1295251" y="959299"/>
                  </a:cubicBezTo>
                  <a:cubicBezTo>
                    <a:pt x="1280014" y="932373"/>
                    <a:pt x="1269050" y="902673"/>
                    <a:pt x="1262521" y="870136"/>
                  </a:cubicBezTo>
                  <a:cubicBezTo>
                    <a:pt x="1255992" y="836476"/>
                    <a:pt x="1252705" y="802300"/>
                    <a:pt x="1252705" y="767519"/>
                  </a:cubicBezTo>
                  <a:cubicBezTo>
                    <a:pt x="1252705" y="732737"/>
                    <a:pt x="1255992" y="698440"/>
                    <a:pt x="1262521" y="664781"/>
                  </a:cubicBezTo>
                  <a:cubicBezTo>
                    <a:pt x="1269050" y="631121"/>
                    <a:pt x="1280014" y="601422"/>
                    <a:pt x="1295251" y="575618"/>
                  </a:cubicBezTo>
                  <a:cubicBezTo>
                    <a:pt x="1311577" y="549813"/>
                    <a:pt x="1332827" y="529059"/>
                    <a:pt x="1358951" y="513349"/>
                  </a:cubicBezTo>
                  <a:cubicBezTo>
                    <a:pt x="1385074" y="496522"/>
                    <a:pt x="1417700" y="488067"/>
                    <a:pt x="1456888" y="488067"/>
                  </a:cubicBezTo>
                  <a:close/>
                  <a:moveTo>
                    <a:pt x="4202756" y="488067"/>
                  </a:moveTo>
                  <a:cubicBezTo>
                    <a:pt x="4240855" y="488067"/>
                    <a:pt x="4272386" y="495400"/>
                    <a:pt x="4297426" y="509988"/>
                  </a:cubicBezTo>
                  <a:cubicBezTo>
                    <a:pt x="4322460" y="524577"/>
                    <a:pt x="4342615" y="544209"/>
                    <a:pt x="4357852" y="568891"/>
                  </a:cubicBezTo>
                  <a:cubicBezTo>
                    <a:pt x="4373089" y="593579"/>
                    <a:pt x="4384052" y="622157"/>
                    <a:pt x="4390582" y="654694"/>
                  </a:cubicBezTo>
                  <a:cubicBezTo>
                    <a:pt x="4397111" y="686109"/>
                    <a:pt x="4400275" y="719787"/>
                    <a:pt x="4400275" y="755691"/>
                  </a:cubicBezTo>
                  <a:cubicBezTo>
                    <a:pt x="4400275" y="787106"/>
                    <a:pt x="4396015" y="817431"/>
                    <a:pt x="4387307" y="846601"/>
                  </a:cubicBezTo>
                  <a:cubicBezTo>
                    <a:pt x="4379689" y="874650"/>
                    <a:pt x="4367636" y="899880"/>
                    <a:pt x="4351303" y="922317"/>
                  </a:cubicBezTo>
                  <a:cubicBezTo>
                    <a:pt x="4334977" y="944755"/>
                    <a:pt x="4314281" y="962653"/>
                    <a:pt x="4289247" y="976119"/>
                  </a:cubicBezTo>
                  <a:cubicBezTo>
                    <a:pt x="4264207" y="989579"/>
                    <a:pt x="4235415" y="996414"/>
                    <a:pt x="4202756" y="996414"/>
                  </a:cubicBezTo>
                  <a:cubicBezTo>
                    <a:pt x="4166836" y="996414"/>
                    <a:pt x="4136955" y="988463"/>
                    <a:pt x="4112998" y="972752"/>
                  </a:cubicBezTo>
                  <a:cubicBezTo>
                    <a:pt x="4089053" y="957048"/>
                    <a:pt x="4069452" y="936919"/>
                    <a:pt x="4054209" y="912231"/>
                  </a:cubicBezTo>
                  <a:cubicBezTo>
                    <a:pt x="4040062" y="887549"/>
                    <a:pt x="4029646" y="860087"/>
                    <a:pt x="4023117" y="829788"/>
                  </a:cubicBezTo>
                  <a:cubicBezTo>
                    <a:pt x="4017677" y="798373"/>
                    <a:pt x="4014937" y="766932"/>
                    <a:pt x="4014937" y="735517"/>
                  </a:cubicBezTo>
                  <a:cubicBezTo>
                    <a:pt x="4014937" y="702980"/>
                    <a:pt x="4018224" y="672164"/>
                    <a:pt x="4024754" y="642987"/>
                  </a:cubicBezTo>
                  <a:cubicBezTo>
                    <a:pt x="4032372" y="612694"/>
                    <a:pt x="4043884" y="586227"/>
                    <a:pt x="4059121" y="563783"/>
                  </a:cubicBezTo>
                  <a:cubicBezTo>
                    <a:pt x="4075447" y="540224"/>
                    <a:pt x="4095053" y="521708"/>
                    <a:pt x="4117909" y="508241"/>
                  </a:cubicBezTo>
                  <a:cubicBezTo>
                    <a:pt x="4141860" y="494781"/>
                    <a:pt x="4170104" y="488067"/>
                    <a:pt x="4202756" y="488067"/>
                  </a:cubicBezTo>
                  <a:close/>
                  <a:moveTo>
                    <a:pt x="5204048" y="488067"/>
                  </a:moveTo>
                  <a:cubicBezTo>
                    <a:pt x="5260652" y="488067"/>
                    <a:pt x="5302599" y="503855"/>
                    <a:pt x="5329811" y="535270"/>
                  </a:cubicBezTo>
                  <a:cubicBezTo>
                    <a:pt x="5358113" y="566685"/>
                    <a:pt x="5377713" y="612663"/>
                    <a:pt x="5388600" y="673255"/>
                  </a:cubicBezTo>
                  <a:lnTo>
                    <a:pt x="5011318" y="673255"/>
                  </a:lnTo>
                  <a:cubicBezTo>
                    <a:pt x="5012408" y="656422"/>
                    <a:pt x="5015695" y="637287"/>
                    <a:pt x="5021141" y="615965"/>
                  </a:cubicBezTo>
                  <a:cubicBezTo>
                    <a:pt x="5027670" y="594650"/>
                    <a:pt x="5038080" y="574521"/>
                    <a:pt x="5052234" y="555444"/>
                  </a:cubicBezTo>
                  <a:cubicBezTo>
                    <a:pt x="5067471" y="536373"/>
                    <a:pt x="5087071" y="520592"/>
                    <a:pt x="5111022" y="508248"/>
                  </a:cubicBezTo>
                  <a:cubicBezTo>
                    <a:pt x="5136056" y="494781"/>
                    <a:pt x="5167039" y="488074"/>
                    <a:pt x="5204055" y="488074"/>
                  </a:cubicBezTo>
                  <a:close/>
                </a:path>
              </a:pathLst>
            </a:custGeom>
            <a:solidFill>
              <a:schemeClr val="bg1"/>
            </a:solidFill>
            <a:ln w="4507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24A3A37-3D13-7FCD-E982-98391B82C64E}"/>
                </a:ext>
              </a:extLst>
            </p:cNvPr>
            <p:cNvSpPr/>
            <p:nvPr/>
          </p:nvSpPr>
          <p:spPr>
            <a:xfrm>
              <a:off x="3943399" y="5266327"/>
              <a:ext cx="467355" cy="200681"/>
            </a:xfrm>
            <a:custGeom>
              <a:avLst/>
              <a:gdLst>
                <a:gd name="csX0" fmla="*/ 0 w 467355"/>
                <a:gd name="csY0" fmla="*/ 200681 h 200681"/>
                <a:gd name="csX1" fmla="*/ 115553 w 467355"/>
                <a:gd name="csY1" fmla="*/ 2538 h 200681"/>
                <a:gd name="csX2" fmla="*/ 362070 w 467355"/>
                <a:gd name="csY2" fmla="*/ 0 h 200681"/>
                <a:gd name="csX3" fmla="*/ 467356 w 467355"/>
                <a:gd name="csY3" fmla="*/ 200681 h 200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7355" h="200681">
                  <a:moveTo>
                    <a:pt x="0" y="200681"/>
                  </a:moveTo>
                  <a:cubicBezTo>
                    <a:pt x="64196" y="134631"/>
                    <a:pt x="89875" y="81289"/>
                    <a:pt x="115553" y="2538"/>
                  </a:cubicBezTo>
                  <a:lnTo>
                    <a:pt x="362070" y="0"/>
                  </a:lnTo>
                  <a:cubicBezTo>
                    <a:pt x="382135" y="102630"/>
                    <a:pt x="415187" y="160276"/>
                    <a:pt x="467356" y="200681"/>
                  </a:cubicBezTo>
                  <a:close/>
                </a:path>
              </a:pathLst>
            </a:custGeom>
            <a:gradFill>
              <a:gsLst>
                <a:gs pos="0">
                  <a:srgbClr val="5373B4"/>
                </a:gs>
                <a:gs pos="50000">
                  <a:srgbClr val="6784BD"/>
                </a:gs>
                <a:gs pos="100000">
                  <a:srgbClr val="7C95C6"/>
                </a:gs>
              </a:gsLst>
              <a:lin ang="5400000" scaled="1"/>
            </a:gradFill>
            <a:ln w="32193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D59F25E-EA86-8A21-2C6E-0BF1B8582DEF}"/>
                </a:ext>
              </a:extLst>
            </p:cNvPr>
            <p:cNvSpPr/>
            <p:nvPr/>
          </p:nvSpPr>
          <p:spPr>
            <a:xfrm>
              <a:off x="5144125" y="5246899"/>
              <a:ext cx="2008243" cy="226363"/>
            </a:xfrm>
            <a:custGeom>
              <a:avLst/>
              <a:gdLst>
                <a:gd name="csX0" fmla="*/ 146491 w 2008243"/>
                <a:gd name="csY0" fmla="*/ 12822 h 226363"/>
                <a:gd name="csX1" fmla="*/ 2008244 w 2008243"/>
                <a:gd name="csY1" fmla="*/ 0 h 226363"/>
                <a:gd name="csX2" fmla="*/ 2000187 w 2008243"/>
                <a:gd name="csY2" fmla="*/ 216016 h 226363"/>
                <a:gd name="csX3" fmla="*/ 0 w 2008243"/>
                <a:gd name="csY3" fmla="*/ 226364 h 226363"/>
                <a:gd name="csX4" fmla="*/ 146465 w 2008243"/>
                <a:gd name="csY4" fmla="*/ 12822 h 226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08243" h="226363">
                  <a:moveTo>
                    <a:pt x="146491" y="12822"/>
                  </a:moveTo>
                  <a:lnTo>
                    <a:pt x="2008244" y="0"/>
                  </a:lnTo>
                  <a:lnTo>
                    <a:pt x="2000187" y="216016"/>
                  </a:lnTo>
                  <a:lnTo>
                    <a:pt x="0" y="226364"/>
                  </a:lnTo>
                  <a:cubicBezTo>
                    <a:pt x="81347" y="161111"/>
                    <a:pt x="126749" y="80613"/>
                    <a:pt x="146465" y="12822"/>
                  </a:cubicBezTo>
                  <a:close/>
                </a:path>
              </a:pathLst>
            </a:custGeom>
            <a:gradFill>
              <a:gsLst>
                <a:gs pos="0">
                  <a:srgbClr val="5373B4"/>
                </a:gs>
                <a:gs pos="50000">
                  <a:srgbClr val="6784BD"/>
                </a:gs>
                <a:gs pos="100000">
                  <a:srgbClr val="7C95C6"/>
                </a:gs>
              </a:gsLst>
              <a:lin ang="5400000" scaled="1"/>
            </a:gradFill>
            <a:ln w="2690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6412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9CA48-5213-966A-437B-CD0857C3B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1E8E123-B895-5F28-35BB-979EDD129AC9}"/>
              </a:ext>
            </a:extLst>
          </p:cNvPr>
          <p:cNvSpPr/>
          <p:nvPr/>
        </p:nvSpPr>
        <p:spPr>
          <a:xfrm>
            <a:off x="226031" y="687277"/>
            <a:ext cx="11650895" cy="232196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ilver dragon with wings and blue eyes&#10;&#10;Description automatically generated">
            <a:extLst>
              <a:ext uri="{FF2B5EF4-FFF2-40B4-BE49-F238E27FC236}">
                <a16:creationId xmlns:a16="http://schemas.microsoft.com/office/drawing/2014/main" id="{D5AEBF05-B542-25D8-45EE-5D1DB5FCE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43" y="517367"/>
            <a:ext cx="2661781" cy="26617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890D06-B8D3-5397-13A7-778BC6677F76}"/>
              </a:ext>
            </a:extLst>
          </p:cNvPr>
          <p:cNvSpPr txBox="1"/>
          <p:nvPr/>
        </p:nvSpPr>
        <p:spPr>
          <a:xfrm>
            <a:off x="3105048" y="1032649"/>
            <a:ext cx="883709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>
                <a:solidFill>
                  <a:schemeClr val="bg1"/>
                </a:solidFill>
              </a:rPr>
              <a:t>CLANG-FORMAT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0FBF7E5-C962-C4F8-770B-AF38DB1677D9}"/>
              </a:ext>
            </a:extLst>
          </p:cNvPr>
          <p:cNvSpPr/>
          <p:nvPr/>
        </p:nvSpPr>
        <p:spPr>
          <a:xfrm>
            <a:off x="113015" y="3554224"/>
            <a:ext cx="12037231" cy="2321960"/>
          </a:xfrm>
          <a:prstGeom prst="round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ECFDC5-D83C-FFFA-CD46-1646E13539C0}"/>
              </a:ext>
            </a:extLst>
          </p:cNvPr>
          <p:cNvSpPr txBox="1"/>
          <p:nvPr/>
        </p:nvSpPr>
        <p:spPr>
          <a:xfrm>
            <a:off x="171450" y="3899596"/>
            <a:ext cx="11907533" cy="163121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0000" b="1" kern="0" spc="-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2310stylecheck.sh</a:t>
            </a:r>
          </a:p>
        </p:txBody>
      </p:sp>
    </p:spTree>
    <p:extLst>
      <p:ext uri="{BB962C8B-B14F-4D97-AF65-F5344CB8AC3E}">
        <p14:creationId xmlns:p14="http://schemas.microsoft.com/office/powerpoint/2010/main" val="1963047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10</Words>
  <Application>Microsoft Macintosh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Sutton</dc:creator>
  <cp:lastModifiedBy>Peter Sutton</cp:lastModifiedBy>
  <cp:revision>6</cp:revision>
  <dcterms:created xsi:type="dcterms:W3CDTF">2024-02-15T00:42:22Z</dcterms:created>
  <dcterms:modified xsi:type="dcterms:W3CDTF">2026-02-10T06:22:58Z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2024-02-15T00:46:43Z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71d9d433-cc2b-4c9e-bd78-2f0111d312e3</vt:lpwstr>
  </property>
  <property fmtid="{D5CDD505-2E9C-101B-9397-08002B2CF9AE}" pid="8" name="MSIP_Label_0f488380-630a-4f55-a077-a19445e3f360_ContentBits">
    <vt:lpwstr>0</vt:lpwstr>
  </property>
</Properties>
</file>